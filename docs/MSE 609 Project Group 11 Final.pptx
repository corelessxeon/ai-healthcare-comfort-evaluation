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24_C39F4836.xml" ContentType="application/vnd.ms-powerpoint.comments+xml"/>
  <Override PartName="/ppt/notesSlides/notesSlide3.xml" ContentType="application/vnd.openxmlformats-officedocument.presentationml.notesSlide+xml"/>
  <Override PartName="/ppt/comments/modernComment_118_20E5382C.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1" r:id="rId1"/>
  </p:sldMasterIdLst>
  <p:notesMasterIdLst>
    <p:notesMasterId r:id="rId13"/>
  </p:notesMasterIdLst>
  <p:sldIdLst>
    <p:sldId id="256" r:id="rId2"/>
    <p:sldId id="292" r:id="rId3"/>
    <p:sldId id="280" r:id="rId4"/>
    <p:sldId id="281" r:id="rId5"/>
    <p:sldId id="293" r:id="rId6"/>
    <p:sldId id="283" r:id="rId7"/>
    <p:sldId id="285" r:id="rId8"/>
    <p:sldId id="286" r:id="rId9"/>
    <p:sldId id="287" r:id="rId10"/>
    <p:sldId id="290" r:id="rId11"/>
    <p:sldId id="277" r:id="rId12"/>
  </p:sldIdLst>
  <p:sldSz cx="9144000" cy="5143500" type="screen16x9"/>
  <p:notesSz cx="6858000" cy="9144000"/>
  <p:embeddedFontLst>
    <p:embeddedFont>
      <p:font typeface="Kulim Park" panose="020B0604020202020204" charset="0"/>
      <p:regular r:id="rId14"/>
      <p:bold r:id="rId15"/>
      <p:italic r:id="rId16"/>
      <p:boldItalic r:id="rId17"/>
    </p:embeddedFont>
    <p:embeddedFont>
      <p:font typeface="Manrope" panose="020B0604020202020204" charset="0"/>
      <p:regular r:id="rId18"/>
      <p:bold r:id="rId19"/>
    </p:embeddedFont>
    <p:embeddedFont>
      <p:font typeface="Nunito Light" pitchFamily="2" charset="0"/>
      <p:regular r:id="rId20"/>
      <p:italic r:id="rId21"/>
    </p:embeddedFont>
    <p:embeddedFont>
      <p:font typeface="PT Sans" panose="020B0503020203020204" pitchFamily="3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64EFB15-9FAB-C1BA-E465-9667D1DB9FE6}" name="Gary Zang" initials="GZ" userId="S::w2zang@uwaterloo.ca::87dd5729-6398-4e83-9813-b80c4eff4b93" providerId="AD"/>
  <p188:author id="{84AECC61-EBC9-C0A4-DE00-881F67C98FF5}" name="Leila Safari" initials="LS" userId="S::lsafari@uwaterloo.ca::5460ca4d-3a3d-4a46-a7d5-0fb828bdb815"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74AC94-378D-D938-8D46-75E239A3072D}" v="6" dt="2025-11-26T04:39:53.942"/>
    <p1510:client id="{49FC0140-CE36-62C5-AA3B-A7673FEB3D2F}" v="234" dt="2025-11-26T17:05:01.511"/>
    <p1510:client id="{4C768F18-6E30-F040-9AA0-DB03BCDAB96F}" v="195" dt="2025-11-26T18:16:01.190"/>
    <p1510:client id="{725484CD-A46C-36AF-3D58-C79DE562DA14}" v="62" dt="2025-11-26T18:11:00.262"/>
    <p1510:client id="{738FF8F3-233B-2A85-D01B-901CFCBBA479}" v="149" dt="2025-11-26T06:15:59.764"/>
    <p1510:client id="{858F92D2-B6FB-D7C0-F76C-E1341E822F40}" v="231" dt="2025-11-26T01:16:52.639"/>
    <p1510:client id="{96FA0C00-6FB8-DFCD-C8C3-8AA45A2DD3F3}" v="20" dt="2025-11-26T16:25:54.224"/>
    <p1510:client id="{B42E3A83-8F2C-4F8C-912F-9D7B35B66F1C}" v="151" dt="2025-11-26T04:37:07.344"/>
    <p1510:client id="{C053C3DA-D178-4F5F-AB18-2F5F93BDC162}" v="199" dt="2025-11-26T18:25:49.562"/>
  </p1510:revLst>
</p1510:revInfo>
</file>

<file path=ppt/tableStyles.xml><?xml version="1.0" encoding="utf-8"?>
<a:tblStyleLst xmlns:a="http://schemas.openxmlformats.org/drawingml/2006/main" def="{A4DC73B3-0A1E-44E0-8C2D-BD15B1C4F1FC}">
  <a:tblStyle styleId="{A4DC73B3-0A1E-44E0-8C2D-BD15B1C4F1F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BF5552B-4047-4C48-85D0-9A0BD8D9E097}"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8040" autoAdjust="0"/>
  </p:normalViewPr>
  <p:slideViewPr>
    <p:cSldViewPr snapToGrid="0">
      <p:cViewPr varScale="1">
        <p:scale>
          <a:sx n="160" d="100"/>
          <a:sy n="160" d="100"/>
        </p:scale>
        <p:origin x="1014" y="14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31"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viewProps" Target="viewProps.xml"/><Relationship Id="rId30" Type="http://schemas.microsoft.com/office/2015/10/relationships/revisionInfo" Target="revisionInfo.xml"/></Relationships>
</file>

<file path=ppt/comments/modernComment_118_20E5382C.xml><?xml version="1.0" encoding="utf-8"?>
<p188:cmLst xmlns:a="http://schemas.openxmlformats.org/drawingml/2006/main" xmlns:r="http://schemas.openxmlformats.org/officeDocument/2006/relationships" xmlns:p188="http://schemas.microsoft.com/office/powerpoint/2018/8/main">
  <p188:cm id="{6698E880-E4FC-4AC0-B77F-B68B40079BD5}" authorId="{84AECC61-EBC9-C0A4-DE00-881F67C98FF5}" created="2025-11-26T18:11:08.368">
    <pc:sldMkLst xmlns:pc="http://schemas.microsoft.com/office/powerpoint/2013/main/command">
      <pc:docMk/>
      <pc:sldMk cId="551893036" sldId="280"/>
    </pc:sldMkLst>
    <p188:txBody>
      <a:bodyPr/>
      <a:lstStyle/>
      <a:p>
        <a:r>
          <a:rPr lang="en-US"/>
          <a:t>Merged Slide DataSource and Variables</a:t>
        </a:r>
      </a:p>
    </p188:txBody>
  </p188:cm>
</p188:cmLst>
</file>

<file path=ppt/comments/modernComment_124_C39F4836.xml><?xml version="1.0" encoding="utf-8"?>
<p188:cmLst xmlns:a="http://schemas.openxmlformats.org/drawingml/2006/main" xmlns:r="http://schemas.openxmlformats.org/officeDocument/2006/relationships" xmlns:p188="http://schemas.microsoft.com/office/powerpoint/2018/8/main">
  <p188:cm id="{06404AAF-859A-4319-8CC0-82AE57B8D9B4}" authorId="{84AECC61-EBC9-C0A4-DE00-881F67C98FF5}" created="2025-11-26T17:55:40.234">
    <pc:sldMkLst xmlns:pc="http://schemas.microsoft.com/office/powerpoint/2013/main/command">
      <pc:docMk/>
      <pc:sldMk cId="3281995830" sldId="292"/>
    </pc:sldMkLst>
    <p188:txBody>
      <a:bodyPr/>
      <a:lstStyle/>
      <a:p>
        <a:r>
          <a:rPr lang="en-US"/>
          <a:t>Merged Previous Slide 2 &amp; 3 </a:t>
        </a:r>
      </a:p>
    </p188:txBody>
    <p188:extLst>
      <p:ext xmlns:p="http://schemas.openxmlformats.org/presentationml/2006/main" uri="{57CB4572-C831-44C2-8A1C-0ADB6CCDFE69}">
        <p223:reactions xmlns:p223="http://schemas.microsoft.com/office/powerpoint/2022/03/main">
          <p223:rxn type="👍">
            <p223:instance time="2025-11-26T17:58:37.643" authorId="{F64EFB15-9FAB-C1BA-E465-9667D1DB9FE6}"/>
          </p223:rxn>
        </p223:reaction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a:t>Hello everyone, today our group is presenting a replication of a recent research paper titled </a:t>
            </a:r>
            <a:r>
              <a:rPr lang="en-US" i="1" dirty="0"/>
              <a:t>“Knowledge is not all you need for comfort in use of AI in healthcare.”</a:t>
            </a:r>
            <a:br>
              <a:rPr lang="en-US" i="1" dirty="0"/>
            </a:br>
            <a:r>
              <a:rPr lang="en-US" i="1" dirty="0"/>
              <a:t>This study looked at how Canadians feel about AI being used in healthcare, and how demographic factors influence both their knowledge and level of comfort.</a:t>
            </a:r>
            <a:br>
              <a:rPr lang="en-US" i="1" dirty="0"/>
            </a:br>
            <a:r>
              <a:rPr lang="en-US" i="1" dirty="0"/>
              <a:t>In our project, we replicated key parts of the original study and extended the analysis using additional datasets from 2023 and 2024.</a:t>
            </a:r>
            <a:endParaRPr lang="en-US" dirty="0"/>
          </a:p>
          <a:p>
            <a:pPr marL="0" indent="0">
              <a:buNone/>
            </a:pPr>
            <a:endParaRPr lang="en-US" dirty="0"/>
          </a:p>
          <a:p>
            <a:pPr marL="0" lvl="0" indent="0" algn="l">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a:extLst>
            <a:ext uri="{FF2B5EF4-FFF2-40B4-BE49-F238E27FC236}">
              <a16:creationId xmlns:a16="http://schemas.microsoft.com/office/drawing/2014/main" id="{791691A5-A1F3-FAD7-7FE8-403452FA8C95}"/>
            </a:ext>
          </a:extLst>
        </p:cNvPr>
        <p:cNvGrpSpPr/>
        <p:nvPr/>
      </p:nvGrpSpPr>
      <p:grpSpPr>
        <a:xfrm>
          <a:off x="0" y="0"/>
          <a:ext cx="0" cy="0"/>
          <a:chOff x="0" y="0"/>
          <a:chExt cx="0" cy="0"/>
        </a:xfrm>
      </p:grpSpPr>
      <p:sp>
        <p:nvSpPr>
          <p:cNvPr id="772" name="Google Shape;772;g124dc3920de_0_561:notes">
            <a:extLst>
              <a:ext uri="{FF2B5EF4-FFF2-40B4-BE49-F238E27FC236}">
                <a16:creationId xmlns:a16="http://schemas.microsoft.com/office/drawing/2014/main" id="{C5AD443A-FA40-9D35-D97C-16A759AAEF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3" name="Google Shape;773;g124dc3920de_0_561:notes">
            <a:extLst>
              <a:ext uri="{FF2B5EF4-FFF2-40B4-BE49-F238E27FC236}">
                <a16:creationId xmlns:a16="http://schemas.microsoft.com/office/drawing/2014/main" id="{E84628B6-A029-A664-4A8A-72E33B51D4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b="1"/>
              <a:t>Speaker Notes:</a:t>
            </a:r>
          </a:p>
          <a:p>
            <a:pPr marL="0" indent="0">
              <a:buNone/>
            </a:pPr>
            <a:r>
              <a:rPr lang="en-US"/>
              <a:t>This project replicates Li et al. (2025), who examined how demographics shape AI knowledge and comfort in healthcare.</a:t>
            </a:r>
            <a:br>
              <a:rPr lang="en-US"/>
            </a:br>
            <a:r>
              <a:rPr lang="en-US"/>
              <a:t>This is important because AI in healthcare is expanding quickly, and trust depends on transparency, inclusive design, and strong data governance.</a:t>
            </a:r>
            <a:br>
              <a:rPr lang="en-US"/>
            </a:br>
            <a:endParaRPr lang="en-US"/>
          </a:p>
          <a:p>
            <a:pPr marL="0" indent="0">
              <a:buNone/>
            </a:pPr>
            <a:r>
              <a:rPr lang="en-US"/>
              <a:t>We replicated their main results — Table 1, Appendix A1, and the 3D figures — and extended the analysis using newer 2023 and 2024 datasets.</a:t>
            </a:r>
            <a:endParaRPr lang="en-US" dirty="0"/>
          </a:p>
        </p:txBody>
      </p:sp>
    </p:spTree>
    <p:extLst>
      <p:ext uri="{BB962C8B-B14F-4D97-AF65-F5344CB8AC3E}">
        <p14:creationId xmlns:p14="http://schemas.microsoft.com/office/powerpoint/2010/main" val="32417735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a:extLst>
            <a:ext uri="{FF2B5EF4-FFF2-40B4-BE49-F238E27FC236}">
              <a16:creationId xmlns:a16="http://schemas.microsoft.com/office/drawing/2014/main" id="{DFA37304-1D21-D985-9663-E302241E49A2}"/>
            </a:ext>
          </a:extLst>
        </p:cNvPr>
        <p:cNvGrpSpPr/>
        <p:nvPr/>
      </p:nvGrpSpPr>
      <p:grpSpPr>
        <a:xfrm>
          <a:off x="0" y="0"/>
          <a:ext cx="0" cy="0"/>
          <a:chOff x="0" y="0"/>
          <a:chExt cx="0" cy="0"/>
        </a:xfrm>
      </p:grpSpPr>
      <p:sp>
        <p:nvSpPr>
          <p:cNvPr id="660" name="Google Shape;660;gead6129809_0_0:notes">
            <a:extLst>
              <a:ext uri="{FF2B5EF4-FFF2-40B4-BE49-F238E27FC236}">
                <a16:creationId xmlns:a16="http://schemas.microsoft.com/office/drawing/2014/main" id="{3E101573-2A6F-BC8E-9F28-705E0723C1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1" name="Google Shape;661;gead6129809_0_0:notes">
            <a:extLst>
              <a:ext uri="{FF2B5EF4-FFF2-40B4-BE49-F238E27FC236}">
                <a16:creationId xmlns:a16="http://schemas.microsoft.com/office/drawing/2014/main" id="{B47BAB90-9E34-6047-A472-A11EB16220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a:solidFill>
                  <a:schemeClr val="tx1"/>
                </a:solidFill>
              </a:rPr>
              <a:t>Speakers' Note</a:t>
            </a:r>
            <a:br>
              <a:rPr lang="en-US" b="1">
                <a:solidFill>
                  <a:schemeClr val="tx1"/>
                </a:solidFill>
              </a:rPr>
            </a:br>
            <a:r>
              <a:rPr lang="en-US"/>
              <a:t>We use the Canadian Digital Health Survey from 2021, which includes over twelve thousand responses about demographics, health, and attitudes toward AI. This dataset contains the same variables used in the original study, so it allows us to replicate their results.</a:t>
            </a:r>
            <a:endParaRPr lang="en-US" b="1">
              <a:solidFill>
                <a:schemeClr val="tx1"/>
              </a:solidFill>
            </a:endParaRPr>
          </a:p>
          <a:p>
            <a:r>
              <a:rPr lang="en-US"/>
              <a:t>Our dependent variables are four survey questions — one measuring AI knowledge and three measuring comfort with AI in different contexts.</a:t>
            </a:r>
          </a:p>
          <a:p>
            <a:r>
              <a:rPr lang="en-US"/>
              <a:t>Our independent variables are demographic: age, gender, income, and education. Because these are categorical with multiple levels, we apply ordinal logistic regression rather than linear models</a:t>
            </a:r>
          </a:p>
          <a:p>
            <a:pPr marL="171450" indent="-171450"/>
            <a:endParaRPr lang="en-US" b="1"/>
          </a:p>
        </p:txBody>
      </p:sp>
    </p:spTree>
    <p:extLst>
      <p:ext uri="{BB962C8B-B14F-4D97-AF65-F5344CB8AC3E}">
        <p14:creationId xmlns:p14="http://schemas.microsoft.com/office/powerpoint/2010/main" val="42889881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a:extLst>
            <a:ext uri="{FF2B5EF4-FFF2-40B4-BE49-F238E27FC236}">
              <a16:creationId xmlns:a16="http://schemas.microsoft.com/office/drawing/2014/main" id="{0E5E99DB-F2A3-D11C-1A34-67A41C52CED5}"/>
            </a:ext>
          </a:extLst>
        </p:cNvPr>
        <p:cNvGrpSpPr/>
        <p:nvPr/>
      </p:nvGrpSpPr>
      <p:grpSpPr>
        <a:xfrm>
          <a:off x="0" y="0"/>
          <a:ext cx="0" cy="0"/>
          <a:chOff x="0" y="0"/>
          <a:chExt cx="0" cy="0"/>
        </a:xfrm>
      </p:grpSpPr>
      <p:sp>
        <p:nvSpPr>
          <p:cNvPr id="660" name="Google Shape;660;gead6129809_0_0:notes">
            <a:extLst>
              <a:ext uri="{FF2B5EF4-FFF2-40B4-BE49-F238E27FC236}">
                <a16:creationId xmlns:a16="http://schemas.microsoft.com/office/drawing/2014/main" id="{BAEB4202-403D-B4B7-224C-D1AD484E90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1" name="Google Shape;661;gead6129809_0_0:notes">
            <a:extLst>
              <a:ext uri="{FF2B5EF4-FFF2-40B4-BE49-F238E27FC236}">
                <a16:creationId xmlns:a16="http://schemas.microsoft.com/office/drawing/2014/main" id="{CC3923F8-427B-B044-1A82-9528BA7071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indent="-171450"/>
            <a:r>
              <a:rPr lang="en-US" dirty="0">
                <a:solidFill>
                  <a:schemeClr val="tx1"/>
                </a:solidFill>
              </a:rPr>
              <a:t>A major part of our project was matching how the original researchers cleaned the data.</a:t>
            </a:r>
            <a:br>
              <a:rPr lang="en-US" dirty="0">
                <a:solidFill>
                  <a:schemeClr val="tx1"/>
                </a:solidFill>
              </a:rPr>
            </a:br>
            <a:r>
              <a:rPr lang="en-US" dirty="0">
                <a:solidFill>
                  <a:schemeClr val="tx1"/>
                </a:solidFill>
              </a:rPr>
              <a:t>Responses coded between 96 and 99 had to be discarded because they represent missing or “don’t know” answers.</a:t>
            </a:r>
            <a:br>
              <a:rPr lang="en-US" dirty="0">
                <a:solidFill>
                  <a:schemeClr val="tx1"/>
                </a:solidFill>
              </a:rPr>
            </a:br>
            <a:r>
              <a:rPr lang="en-US" dirty="0">
                <a:solidFill>
                  <a:schemeClr val="tx1"/>
                </a:solidFill>
              </a:rPr>
              <a:t>We used two filtering strategies: strict filtering for Table 1, and standard filtering for the models and figures.</a:t>
            </a:r>
            <a:br>
              <a:rPr lang="en-US" dirty="0">
                <a:solidFill>
                  <a:schemeClr val="tx1"/>
                </a:solidFill>
              </a:rPr>
            </a:br>
            <a:r>
              <a:rPr lang="en-US" dirty="0">
                <a:solidFill>
                  <a:schemeClr val="tx1"/>
                </a:solidFill>
              </a:rPr>
              <a:t>This difference in filtering explains why some sample sizes change between analyses.</a:t>
            </a:r>
            <a:endParaRPr dirty="0">
              <a:solidFill>
                <a:schemeClr val="tx1"/>
              </a:solidFill>
            </a:endParaRPr>
          </a:p>
        </p:txBody>
      </p:sp>
    </p:spTree>
    <p:extLst>
      <p:ext uri="{BB962C8B-B14F-4D97-AF65-F5344CB8AC3E}">
        <p14:creationId xmlns:p14="http://schemas.microsoft.com/office/powerpoint/2010/main" val="21323822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a:extLst>
            <a:ext uri="{FF2B5EF4-FFF2-40B4-BE49-F238E27FC236}">
              <a16:creationId xmlns:a16="http://schemas.microsoft.com/office/drawing/2014/main" id="{89E06A4D-3DE1-67E4-9BDF-93DC1B76022D}"/>
            </a:ext>
          </a:extLst>
        </p:cNvPr>
        <p:cNvGrpSpPr/>
        <p:nvPr/>
      </p:nvGrpSpPr>
      <p:grpSpPr>
        <a:xfrm>
          <a:off x="0" y="0"/>
          <a:ext cx="0" cy="0"/>
          <a:chOff x="0" y="0"/>
          <a:chExt cx="0" cy="0"/>
        </a:xfrm>
      </p:grpSpPr>
      <p:sp>
        <p:nvSpPr>
          <p:cNvPr id="660" name="Google Shape;660;gead6129809_0_0:notes">
            <a:extLst>
              <a:ext uri="{FF2B5EF4-FFF2-40B4-BE49-F238E27FC236}">
                <a16:creationId xmlns:a16="http://schemas.microsoft.com/office/drawing/2014/main" id="{0698C2EC-FDEA-36FC-4CC5-7989B4B881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1" name="Google Shape;661;gead6129809_0_0:notes">
            <a:extLst>
              <a:ext uri="{FF2B5EF4-FFF2-40B4-BE49-F238E27FC236}">
                <a16:creationId xmlns:a16="http://schemas.microsoft.com/office/drawing/2014/main" id="{389E1DC1-45D2-76EF-7061-280AB642EA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indent="-171450"/>
            <a:r>
              <a:rPr lang="en-US" dirty="0">
                <a:solidFill>
                  <a:schemeClr val="tx1"/>
                </a:solidFill>
              </a:rPr>
              <a:t>With strict filtering, we reproduced Table 1 almost exactly.</a:t>
            </a:r>
            <a:br>
              <a:rPr lang="en-US" dirty="0">
                <a:solidFill>
                  <a:schemeClr val="tx1"/>
                </a:solidFill>
              </a:rPr>
            </a:br>
            <a:r>
              <a:rPr lang="en-US" dirty="0">
                <a:solidFill>
                  <a:schemeClr val="tx1"/>
                </a:solidFill>
              </a:rPr>
              <a:t>The only minor inconsistency was the age group categories, because the raw dataset provides a slightly different grouping than what the paper reported.</a:t>
            </a:r>
            <a:br>
              <a:rPr lang="en-US" dirty="0">
                <a:solidFill>
                  <a:schemeClr val="tx1"/>
                </a:solidFill>
              </a:rPr>
            </a:br>
            <a:r>
              <a:rPr lang="en-US" dirty="0">
                <a:solidFill>
                  <a:schemeClr val="tx1"/>
                </a:solidFill>
              </a:rPr>
              <a:t>Aside from that, our percentages matched very closely, which shows high reproducibility in the descriptive statistics.</a:t>
            </a:r>
          </a:p>
          <a:p>
            <a:pPr marL="0" lvl="0" indent="0" algn="l">
              <a:spcBef>
                <a:spcPts val="0"/>
              </a:spcBef>
              <a:spcAft>
                <a:spcPts val="0"/>
              </a:spcAft>
              <a:buNone/>
            </a:pPr>
            <a:endParaRPr dirty="0">
              <a:solidFill>
                <a:schemeClr val="tx1"/>
              </a:solidFill>
            </a:endParaRPr>
          </a:p>
        </p:txBody>
      </p:sp>
    </p:spTree>
    <p:extLst>
      <p:ext uri="{BB962C8B-B14F-4D97-AF65-F5344CB8AC3E}">
        <p14:creationId xmlns:p14="http://schemas.microsoft.com/office/powerpoint/2010/main" val="41203102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a:extLst>
            <a:ext uri="{FF2B5EF4-FFF2-40B4-BE49-F238E27FC236}">
              <a16:creationId xmlns:a16="http://schemas.microsoft.com/office/drawing/2014/main" id="{2EC10049-EA9F-0CE9-7960-F3A3F460C71E}"/>
            </a:ext>
          </a:extLst>
        </p:cNvPr>
        <p:cNvGrpSpPr/>
        <p:nvPr/>
      </p:nvGrpSpPr>
      <p:grpSpPr>
        <a:xfrm>
          <a:off x="0" y="0"/>
          <a:ext cx="0" cy="0"/>
          <a:chOff x="0" y="0"/>
          <a:chExt cx="0" cy="0"/>
        </a:xfrm>
      </p:grpSpPr>
      <p:sp>
        <p:nvSpPr>
          <p:cNvPr id="660" name="Google Shape;660;gead6129809_0_0:notes">
            <a:extLst>
              <a:ext uri="{FF2B5EF4-FFF2-40B4-BE49-F238E27FC236}">
                <a16:creationId xmlns:a16="http://schemas.microsoft.com/office/drawing/2014/main" id="{1D37C41A-697B-935F-A405-7DC2982619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1" name="Google Shape;661;gead6129809_0_0:notes">
            <a:extLst>
              <a:ext uri="{FF2B5EF4-FFF2-40B4-BE49-F238E27FC236}">
                <a16:creationId xmlns:a16="http://schemas.microsoft.com/office/drawing/2014/main" id="{45AF7613-C41D-1F69-0647-C7248D2E07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solidFill>
                  <a:schemeClr val="tx1"/>
                </a:solidFill>
              </a:rPr>
              <a:t>For the regression models, we used ordinal logistic regression, also known as the proportional odds model.</a:t>
            </a:r>
            <a:br>
              <a:rPr lang="en-US" dirty="0">
                <a:solidFill>
                  <a:schemeClr val="tx1"/>
                </a:solidFill>
              </a:rPr>
            </a:br>
            <a:r>
              <a:rPr lang="en-US" dirty="0">
                <a:solidFill>
                  <a:schemeClr val="tx1"/>
                </a:solidFill>
              </a:rPr>
              <a:t>This model is appropriate because our dependent variables are ordered categories.</a:t>
            </a:r>
            <a:br>
              <a:rPr lang="en-US" dirty="0">
                <a:solidFill>
                  <a:schemeClr val="tx1"/>
                </a:solidFill>
              </a:rPr>
            </a:br>
            <a:r>
              <a:rPr lang="en-US" dirty="0">
                <a:solidFill>
                  <a:schemeClr val="tx1"/>
                </a:solidFill>
              </a:rPr>
              <a:t>We kept the same reference groups as the original authors to ensure comparability of our results.</a:t>
            </a:r>
            <a:br>
              <a:rPr lang="en-US" dirty="0">
                <a:solidFill>
                  <a:schemeClr val="tx1"/>
                </a:solidFill>
              </a:rPr>
            </a:br>
            <a:br>
              <a:rPr lang="en-US" dirty="0">
                <a:solidFill>
                  <a:schemeClr val="tx1"/>
                </a:solidFill>
              </a:rPr>
            </a:br>
            <a:r>
              <a:rPr lang="en-US" dirty="0">
                <a:solidFill>
                  <a:schemeClr val="tx1"/>
                </a:solidFill>
              </a:rPr>
              <a:t>Our replication confirms several trends found in the original study:</a:t>
            </a:r>
          </a:p>
          <a:p>
            <a:r>
              <a:rPr lang="en-US" dirty="0">
                <a:solidFill>
                  <a:schemeClr val="tx1"/>
                </a:solidFill>
              </a:rPr>
              <a:t>Older adults report lower knowledge and comfort with AI in healthcare.</a:t>
            </a:r>
            <a:endParaRPr lang="en-US" dirty="0"/>
          </a:p>
          <a:p>
            <a:r>
              <a:rPr lang="en-US" dirty="0">
                <a:solidFill>
                  <a:schemeClr val="tx1"/>
                </a:solidFill>
              </a:rPr>
              <a:t>Female respondents show slightly lower comfort and knowledge levels.</a:t>
            </a:r>
            <a:endParaRPr lang="en-US" dirty="0"/>
          </a:p>
          <a:p>
            <a:r>
              <a:rPr lang="en-US" dirty="0">
                <a:solidFill>
                  <a:schemeClr val="tx1"/>
                </a:solidFill>
              </a:rPr>
              <a:t>Higher income is associated with greater comfort and acceptance of AI.</a:t>
            </a:r>
            <a:endParaRPr lang="en-US" dirty="0"/>
          </a:p>
          <a:p>
            <a:r>
              <a:rPr lang="en-US" dirty="0">
                <a:solidFill>
                  <a:schemeClr val="tx1"/>
                </a:solidFill>
              </a:rPr>
              <a:t>Education increases comfort but plateaus at higher levels.</a:t>
            </a:r>
            <a:br>
              <a:rPr lang="en-US" dirty="0">
                <a:solidFill>
                  <a:schemeClr val="tx1"/>
                </a:solidFill>
              </a:rPr>
            </a:br>
            <a:r>
              <a:rPr lang="en-US" dirty="0">
                <a:solidFill>
                  <a:schemeClr val="tx1"/>
                </a:solidFill>
              </a:rPr>
              <a:t>These trends highlight that AI literacy and acceptance vary strongly across demographic groups.</a:t>
            </a:r>
            <a:endParaRPr lang="en-US" dirty="0"/>
          </a:p>
          <a:p>
            <a:pPr marL="0" indent="0">
              <a:buNone/>
            </a:pPr>
            <a:endParaRPr lang="en-US" dirty="0"/>
          </a:p>
        </p:txBody>
      </p:sp>
    </p:spTree>
    <p:extLst>
      <p:ext uri="{BB962C8B-B14F-4D97-AF65-F5344CB8AC3E}">
        <p14:creationId xmlns:p14="http://schemas.microsoft.com/office/powerpoint/2010/main" val="14417156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a:extLst>
            <a:ext uri="{FF2B5EF4-FFF2-40B4-BE49-F238E27FC236}">
              <a16:creationId xmlns:a16="http://schemas.microsoft.com/office/drawing/2014/main" id="{24C96757-C89C-CF58-7F82-F4E5A6887CA9}"/>
            </a:ext>
          </a:extLst>
        </p:cNvPr>
        <p:cNvGrpSpPr/>
        <p:nvPr/>
      </p:nvGrpSpPr>
      <p:grpSpPr>
        <a:xfrm>
          <a:off x="0" y="0"/>
          <a:ext cx="0" cy="0"/>
          <a:chOff x="0" y="0"/>
          <a:chExt cx="0" cy="0"/>
        </a:xfrm>
      </p:grpSpPr>
      <p:sp>
        <p:nvSpPr>
          <p:cNvPr id="660" name="Google Shape;660;gead6129809_0_0:notes">
            <a:extLst>
              <a:ext uri="{FF2B5EF4-FFF2-40B4-BE49-F238E27FC236}">
                <a16:creationId xmlns:a16="http://schemas.microsoft.com/office/drawing/2014/main" id="{1EA171E7-D7E1-8B14-9765-2C73E6CDE5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1" name="Google Shape;661;gead6129809_0_0:notes">
            <a:extLst>
              <a:ext uri="{FF2B5EF4-FFF2-40B4-BE49-F238E27FC236}">
                <a16:creationId xmlns:a16="http://schemas.microsoft.com/office/drawing/2014/main" id="{481DA269-FB55-5C72-137A-EA0B60176A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indent="-171450"/>
            <a:r>
              <a:rPr lang="en-US" dirty="0">
                <a:solidFill>
                  <a:schemeClr val="tx1"/>
                </a:solidFill>
              </a:rPr>
              <a:t>The figures we replicated also showed similar directional patterns.</a:t>
            </a:r>
            <a:br>
              <a:rPr lang="en-US" dirty="0">
                <a:solidFill>
                  <a:schemeClr val="tx1"/>
                </a:solidFill>
              </a:rPr>
            </a:br>
            <a:r>
              <a:rPr lang="en-US" dirty="0">
                <a:solidFill>
                  <a:schemeClr val="tx1"/>
                </a:solidFill>
              </a:rPr>
              <a:t>Comfort with AI and acceptance of data usage generally increases with income and education, while older age groups show more skepticism.</a:t>
            </a:r>
            <a:br>
              <a:rPr lang="en-US" dirty="0">
                <a:solidFill>
                  <a:schemeClr val="tx1"/>
                </a:solidFill>
              </a:rPr>
            </a:br>
            <a:r>
              <a:rPr lang="en-US" dirty="0">
                <a:solidFill>
                  <a:schemeClr val="tx1"/>
                </a:solidFill>
              </a:rPr>
              <a:t>These figures visually reinforce the statistical trends found in the regression models.</a:t>
            </a:r>
          </a:p>
        </p:txBody>
      </p:sp>
    </p:spTree>
    <p:extLst>
      <p:ext uri="{BB962C8B-B14F-4D97-AF65-F5344CB8AC3E}">
        <p14:creationId xmlns:p14="http://schemas.microsoft.com/office/powerpoint/2010/main" val="35532972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a:extLst>
            <a:ext uri="{FF2B5EF4-FFF2-40B4-BE49-F238E27FC236}">
              <a16:creationId xmlns:a16="http://schemas.microsoft.com/office/drawing/2014/main" id="{FCD3CCEA-31CB-054F-0E7E-4E268F185333}"/>
            </a:ext>
          </a:extLst>
        </p:cNvPr>
        <p:cNvGrpSpPr/>
        <p:nvPr/>
      </p:nvGrpSpPr>
      <p:grpSpPr>
        <a:xfrm>
          <a:off x="0" y="0"/>
          <a:ext cx="0" cy="0"/>
          <a:chOff x="0" y="0"/>
          <a:chExt cx="0" cy="0"/>
        </a:xfrm>
      </p:grpSpPr>
      <p:sp>
        <p:nvSpPr>
          <p:cNvPr id="660" name="Google Shape;660;gead6129809_0_0:notes">
            <a:extLst>
              <a:ext uri="{FF2B5EF4-FFF2-40B4-BE49-F238E27FC236}">
                <a16:creationId xmlns:a16="http://schemas.microsoft.com/office/drawing/2014/main" id="{A2069A7C-95AF-7230-D6AB-3ACED01DF6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1" name="Google Shape;661;gead6129809_0_0:notes">
            <a:extLst>
              <a:ext uri="{FF2B5EF4-FFF2-40B4-BE49-F238E27FC236}">
                <a16:creationId xmlns:a16="http://schemas.microsoft.com/office/drawing/2014/main" id="{07B1A00E-4406-8333-D963-DB3AA23291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indent="-171450"/>
            <a:r>
              <a:rPr lang="en-US" dirty="0">
                <a:solidFill>
                  <a:schemeClr val="tx1"/>
                </a:solidFill>
              </a:rPr>
              <a:t>To go beyond replication, we extended the study by incorporating 2023 and 2024 survey data.</a:t>
            </a:r>
            <a:br>
              <a:rPr lang="en-US" dirty="0">
                <a:solidFill>
                  <a:schemeClr val="tx1"/>
                </a:solidFill>
              </a:rPr>
            </a:br>
            <a:r>
              <a:rPr lang="en-US" dirty="0">
                <a:solidFill>
                  <a:schemeClr val="tx1"/>
                </a:solidFill>
              </a:rPr>
              <a:t>Using multivariate modeling, we built 3D predictive surfaces that show how comfort varies simultaneously with demographic factors.</a:t>
            </a:r>
            <a:br>
              <a:rPr lang="en-US" dirty="0">
                <a:solidFill>
                  <a:schemeClr val="tx1"/>
                </a:solidFill>
              </a:rPr>
            </a:br>
            <a:r>
              <a:rPr lang="en-US" dirty="0">
                <a:solidFill>
                  <a:schemeClr val="tx1"/>
                </a:solidFill>
              </a:rPr>
              <a:t>This offers a richer visualization that the original paper did not explore.</a:t>
            </a:r>
          </a:p>
          <a:p>
            <a:pPr marL="0" lvl="0" indent="0" algn="l">
              <a:spcBef>
                <a:spcPts val="0"/>
              </a:spcBef>
              <a:spcAft>
                <a:spcPts val="0"/>
              </a:spcAft>
              <a:buNone/>
            </a:pPr>
            <a:endParaRPr dirty="0">
              <a:solidFill>
                <a:schemeClr val="tx1"/>
              </a:solidFill>
            </a:endParaRPr>
          </a:p>
        </p:txBody>
      </p:sp>
    </p:spTree>
    <p:extLst>
      <p:ext uri="{BB962C8B-B14F-4D97-AF65-F5344CB8AC3E}">
        <p14:creationId xmlns:p14="http://schemas.microsoft.com/office/powerpoint/2010/main" val="24613330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a:extLst>
            <a:ext uri="{FF2B5EF4-FFF2-40B4-BE49-F238E27FC236}">
              <a16:creationId xmlns:a16="http://schemas.microsoft.com/office/drawing/2014/main" id="{D8D5C158-8979-F1E7-F6D9-A6FACCEAD98E}"/>
            </a:ext>
          </a:extLst>
        </p:cNvPr>
        <p:cNvGrpSpPr/>
        <p:nvPr/>
      </p:nvGrpSpPr>
      <p:grpSpPr>
        <a:xfrm>
          <a:off x="0" y="0"/>
          <a:ext cx="0" cy="0"/>
          <a:chOff x="0" y="0"/>
          <a:chExt cx="0" cy="0"/>
        </a:xfrm>
      </p:grpSpPr>
      <p:sp>
        <p:nvSpPr>
          <p:cNvPr id="660" name="Google Shape;660;gead6129809_0_0:notes">
            <a:extLst>
              <a:ext uri="{FF2B5EF4-FFF2-40B4-BE49-F238E27FC236}">
                <a16:creationId xmlns:a16="http://schemas.microsoft.com/office/drawing/2014/main" id="{FBF1DB05-F111-5701-5F21-27D5044F58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1" name="Google Shape;661;gead6129809_0_0:notes">
            <a:extLst>
              <a:ext uri="{FF2B5EF4-FFF2-40B4-BE49-F238E27FC236}">
                <a16:creationId xmlns:a16="http://schemas.microsoft.com/office/drawing/2014/main" id="{1BA17820-8289-36F6-EC22-38F6063D91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indent="-171450"/>
            <a:r>
              <a:rPr lang="en-US" dirty="0">
                <a:solidFill>
                  <a:schemeClr val="tx1"/>
                </a:solidFill>
              </a:rPr>
              <a:t>One of our biggest takeaways was how much decisions during data cleaning affect results.</a:t>
            </a:r>
            <a:br>
              <a:rPr lang="en-US" dirty="0">
                <a:solidFill>
                  <a:schemeClr val="tx1"/>
                </a:solidFill>
              </a:rPr>
            </a:br>
            <a:r>
              <a:rPr lang="en-US" dirty="0">
                <a:solidFill>
                  <a:schemeClr val="tx1"/>
                </a:solidFill>
              </a:rPr>
              <a:t>Slight differences in filtering can change sample size and even influence interpretation.</a:t>
            </a:r>
            <a:br>
              <a:rPr lang="en-US" dirty="0">
                <a:solidFill>
                  <a:schemeClr val="tx1"/>
                </a:solidFill>
              </a:rPr>
            </a:br>
            <a:r>
              <a:rPr lang="en-US" dirty="0">
                <a:solidFill>
                  <a:schemeClr val="tx1"/>
                </a:solidFill>
              </a:rPr>
              <a:t>It shows how important transparency and documentation are in real research.</a:t>
            </a:r>
            <a:br>
              <a:rPr lang="en-US" dirty="0">
                <a:solidFill>
                  <a:schemeClr val="tx1"/>
                </a:solidFill>
              </a:rPr>
            </a:br>
            <a:br>
              <a:rPr lang="en-US" dirty="0"/>
            </a:br>
            <a:r>
              <a:rPr lang="en-US" dirty="0">
                <a:solidFill>
                  <a:schemeClr val="tx1"/>
                </a:solidFill>
              </a:rPr>
              <a:t>We encountered a few reproducibility challenges, mainly because the original preprocessing steps were not fully described.</a:t>
            </a:r>
            <a:br>
              <a:rPr lang="en-US" dirty="0">
                <a:solidFill>
                  <a:schemeClr val="tx1"/>
                </a:solidFill>
              </a:rPr>
            </a:br>
            <a:r>
              <a:rPr lang="en-US" dirty="0">
                <a:solidFill>
                  <a:schemeClr val="tx1"/>
                </a:solidFill>
              </a:rPr>
              <a:t>Another issue was the mismatch in age categories.</a:t>
            </a:r>
            <a:br>
              <a:rPr lang="en-US" dirty="0">
                <a:solidFill>
                  <a:schemeClr val="tx1"/>
                </a:solidFill>
              </a:rPr>
            </a:br>
            <a:r>
              <a:rPr lang="en-US" dirty="0">
                <a:solidFill>
                  <a:schemeClr val="tx1"/>
                </a:solidFill>
              </a:rPr>
              <a:t>Despite these challenges, the main trends were successfully reproduced, which strengthens the credibility of the original study.</a:t>
            </a:r>
          </a:p>
          <a:p>
            <a:pPr marL="0" lvl="0" indent="0" algn="l">
              <a:spcBef>
                <a:spcPts val="0"/>
              </a:spcBef>
              <a:spcAft>
                <a:spcPts val="0"/>
              </a:spcAft>
              <a:buNone/>
            </a:pPr>
            <a:endParaRPr dirty="0">
              <a:solidFill>
                <a:schemeClr val="tx1"/>
              </a:solidFill>
            </a:endParaRPr>
          </a:p>
        </p:txBody>
      </p:sp>
    </p:spTree>
    <p:extLst>
      <p:ext uri="{BB962C8B-B14F-4D97-AF65-F5344CB8AC3E}">
        <p14:creationId xmlns:p14="http://schemas.microsoft.com/office/powerpoint/2010/main" val="27230123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a:extLst>
            <a:ext uri="{FF2B5EF4-FFF2-40B4-BE49-F238E27FC236}">
              <a16:creationId xmlns:a16="http://schemas.microsoft.com/office/drawing/2014/main" id="{2EA1A23F-0C36-8D14-407B-B6EA3CBD9DC7}"/>
            </a:ext>
          </a:extLst>
        </p:cNvPr>
        <p:cNvGrpSpPr/>
        <p:nvPr/>
      </p:nvGrpSpPr>
      <p:grpSpPr>
        <a:xfrm>
          <a:off x="0" y="0"/>
          <a:ext cx="0" cy="0"/>
          <a:chOff x="0" y="0"/>
          <a:chExt cx="0" cy="0"/>
        </a:xfrm>
      </p:grpSpPr>
      <p:sp>
        <p:nvSpPr>
          <p:cNvPr id="660" name="Google Shape;660;gead6129809_0_0:notes">
            <a:extLst>
              <a:ext uri="{FF2B5EF4-FFF2-40B4-BE49-F238E27FC236}">
                <a16:creationId xmlns:a16="http://schemas.microsoft.com/office/drawing/2014/main" id="{E87B627F-562D-A49C-13AF-D86CC39BA8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1" name="Google Shape;661;gead6129809_0_0:notes">
            <a:extLst>
              <a:ext uri="{FF2B5EF4-FFF2-40B4-BE49-F238E27FC236}">
                <a16:creationId xmlns:a16="http://schemas.microsoft.com/office/drawing/2014/main" id="{DC12AABE-1E47-4D12-6376-5CD27A6744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indent="-171450"/>
            <a:r>
              <a:rPr lang="en-US" dirty="0">
                <a:solidFill>
                  <a:schemeClr val="tx1"/>
                </a:solidFill>
              </a:rPr>
              <a:t>This project included both individual strengths and collaboration.</a:t>
            </a:r>
            <a:br>
              <a:rPr lang="en-US" dirty="0">
                <a:solidFill>
                  <a:schemeClr val="tx1"/>
                </a:solidFill>
              </a:rPr>
            </a:br>
            <a:r>
              <a:rPr lang="en-US" dirty="0">
                <a:solidFill>
                  <a:schemeClr val="tx1"/>
                </a:solidFill>
              </a:rPr>
              <a:t>Some team members focused more on coding and analysis, while others contributed more toward presentation, documentation, and interpretation.</a:t>
            </a:r>
            <a:br>
              <a:rPr lang="en-US" dirty="0">
                <a:solidFill>
                  <a:schemeClr val="tx1"/>
                </a:solidFill>
              </a:rPr>
            </a:br>
            <a:r>
              <a:rPr lang="en-US" dirty="0">
                <a:solidFill>
                  <a:schemeClr val="tx1"/>
                </a:solidFill>
              </a:rPr>
              <a:t>Overall, coordination and communication were keys to completing this project successfully.</a:t>
            </a:r>
            <a:br>
              <a:rPr lang="en-US" dirty="0">
                <a:solidFill>
                  <a:schemeClr val="tx1"/>
                </a:solidFill>
              </a:rPr>
            </a:br>
            <a:br>
              <a:rPr lang="en-US" dirty="0"/>
            </a:br>
            <a:r>
              <a:rPr lang="en-US" dirty="0">
                <a:solidFill>
                  <a:schemeClr val="tx1"/>
                </a:solidFill>
              </a:rPr>
              <a:t>We followed project guidelines by documenting how AI tools were used only to assist with editing, organization, and coding support.</a:t>
            </a:r>
            <a:br>
              <a:rPr lang="en-US" dirty="0">
                <a:solidFill>
                  <a:schemeClr val="tx1"/>
                </a:solidFill>
              </a:rPr>
            </a:br>
            <a:r>
              <a:rPr lang="en-US" dirty="0">
                <a:solidFill>
                  <a:schemeClr val="tx1"/>
                </a:solidFill>
              </a:rPr>
              <a:t>Importantly, all statistical modeling and data analysis were performed by our team.</a:t>
            </a:r>
            <a:br>
              <a:rPr lang="en-US" dirty="0">
                <a:solidFill>
                  <a:schemeClr val="tx1"/>
                </a:solidFill>
              </a:rPr>
            </a:br>
            <a:r>
              <a:rPr lang="en-US" dirty="0">
                <a:solidFill>
                  <a:schemeClr val="tx1"/>
                </a:solidFill>
              </a:rPr>
              <a:t>This ensures that our findings are trustworthy and reflect actual student work.</a:t>
            </a:r>
          </a:p>
          <a:p>
            <a:pPr marL="0" lvl="0" indent="0" algn="l">
              <a:spcBef>
                <a:spcPts val="0"/>
              </a:spcBef>
              <a:spcAft>
                <a:spcPts val="0"/>
              </a:spcAft>
              <a:buNone/>
            </a:pPr>
            <a:endParaRPr dirty="0">
              <a:solidFill>
                <a:schemeClr val="tx1"/>
              </a:solidFill>
            </a:endParaRPr>
          </a:p>
        </p:txBody>
      </p:sp>
    </p:spTree>
    <p:extLst>
      <p:ext uri="{BB962C8B-B14F-4D97-AF65-F5344CB8AC3E}">
        <p14:creationId xmlns:p14="http://schemas.microsoft.com/office/powerpoint/2010/main" val="8069161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a:extLst>
            <a:ext uri="{FF2B5EF4-FFF2-40B4-BE49-F238E27FC236}">
              <a16:creationId xmlns:a16="http://schemas.microsoft.com/office/drawing/2014/main" id="{64DC85BC-120A-EA29-D422-86DF2C640182}"/>
            </a:ext>
          </a:extLst>
        </p:cNvPr>
        <p:cNvGrpSpPr/>
        <p:nvPr/>
      </p:nvGrpSpPr>
      <p:grpSpPr>
        <a:xfrm>
          <a:off x="0" y="0"/>
          <a:ext cx="0" cy="0"/>
          <a:chOff x="0" y="0"/>
          <a:chExt cx="0" cy="0"/>
        </a:xfrm>
      </p:grpSpPr>
      <p:sp>
        <p:nvSpPr>
          <p:cNvPr id="660" name="Google Shape;660;gead6129809_0_0:notes">
            <a:extLst>
              <a:ext uri="{FF2B5EF4-FFF2-40B4-BE49-F238E27FC236}">
                <a16:creationId xmlns:a16="http://schemas.microsoft.com/office/drawing/2014/main" id="{8CC8AFE0-6984-42AF-457E-E0F8792C51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1" name="Google Shape;661;gead6129809_0_0:notes">
            <a:extLst>
              <a:ext uri="{FF2B5EF4-FFF2-40B4-BE49-F238E27FC236}">
                <a16:creationId xmlns:a16="http://schemas.microsoft.com/office/drawing/2014/main" id="{B79FB0CD-A62F-26BD-A51B-18DCCEB7D1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indent="-171450"/>
            <a:r>
              <a:rPr lang="en-US" b="1">
                <a:solidFill>
                  <a:schemeClr val="tx1"/>
                </a:solidFill>
              </a:rPr>
              <a:t>Subgroup analysis</a:t>
            </a:r>
            <a:r>
              <a:rPr lang="en-US">
                <a:solidFill>
                  <a:schemeClr val="tx1"/>
                </a:solidFill>
              </a:rPr>
              <a:t>: Run regressions by gender, age group, or healthcare professionals vs. general population.</a:t>
            </a:r>
          </a:p>
          <a:p>
            <a:pPr marL="171450" indent="-171450"/>
            <a:r>
              <a:rPr lang="en-US" b="1">
                <a:solidFill>
                  <a:schemeClr val="tx1"/>
                </a:solidFill>
              </a:rPr>
              <a:t>Interaction effects</a:t>
            </a:r>
            <a:r>
              <a:rPr lang="en-US">
                <a:solidFill>
                  <a:schemeClr val="tx1"/>
                </a:solidFill>
              </a:rPr>
              <a:t>: Add interaction terms (e.g., Age × Gender, Knowledge × Demographics) to explore moderation.</a:t>
            </a:r>
          </a:p>
          <a:p>
            <a:pPr marL="171450" indent="-171450"/>
            <a:r>
              <a:rPr lang="en-US" b="1">
                <a:solidFill>
                  <a:schemeClr val="tx1"/>
                </a:solidFill>
              </a:rPr>
              <a:t>Longitudinal comparison</a:t>
            </a:r>
            <a:r>
              <a:rPr lang="en-US">
                <a:solidFill>
                  <a:schemeClr val="tx1"/>
                </a:solidFill>
              </a:rPr>
              <a:t>: Extend analysis using </a:t>
            </a:r>
            <a:r>
              <a:rPr lang="en-US" b="1">
                <a:solidFill>
                  <a:schemeClr val="tx1"/>
                </a:solidFill>
              </a:rPr>
              <a:t>CDHS 2023</a:t>
            </a:r>
            <a:r>
              <a:rPr lang="en-US">
                <a:solidFill>
                  <a:schemeClr val="tx1"/>
                </a:solidFill>
              </a:rPr>
              <a:t> (Environics Research + CIFAR, n ≈ 10,130). Compare 2021 vs. 2023 to assess changes in AI knowledge and comfort.</a:t>
            </a:r>
          </a:p>
          <a:p>
            <a:pPr marL="171450" indent="-171450"/>
            <a:r>
              <a:rPr lang="en-US" b="1">
                <a:solidFill>
                  <a:schemeClr val="tx1"/>
                </a:solidFill>
              </a:rPr>
              <a:t>Additional variables</a:t>
            </a:r>
            <a:r>
              <a:rPr lang="en-US">
                <a:solidFill>
                  <a:schemeClr val="tx1"/>
                </a:solidFill>
              </a:rPr>
              <a:t>: Incorporate other survey items (e.g., digital health usage, regional variation) to enrich the model.</a:t>
            </a:r>
          </a:p>
          <a:p>
            <a:pPr marL="0" lvl="0" indent="0" algn="l">
              <a:spcBef>
                <a:spcPts val="0"/>
              </a:spcBef>
              <a:spcAft>
                <a:spcPts val="0"/>
              </a:spcAft>
              <a:buNone/>
            </a:pPr>
            <a:endParaRPr>
              <a:solidFill>
                <a:schemeClr val="tx1"/>
              </a:solidFill>
            </a:endParaRPr>
          </a:p>
        </p:txBody>
      </p:sp>
    </p:spTree>
    <p:extLst>
      <p:ext uri="{BB962C8B-B14F-4D97-AF65-F5344CB8AC3E}">
        <p14:creationId xmlns:p14="http://schemas.microsoft.com/office/powerpoint/2010/main" val="35844041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rot="813319">
            <a:off x="-1616877" y="-342427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rot="-649785" flipH="1">
            <a:off x="6475477" y="-7384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1125387" y="2238100"/>
            <a:ext cx="7471673" cy="477180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8823147">
            <a:off x="-2265377" y="2808773"/>
            <a:ext cx="5990392" cy="5613180"/>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6536238" y="-142500"/>
            <a:ext cx="4935815" cy="3769836"/>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649785">
            <a:off x="716152" y="44011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8B5A34">
              <a:alpha val="13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244193">
            <a:off x="4086917" y="-777268"/>
            <a:ext cx="7826096" cy="287785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9555807">
            <a:off x="-6119383" y="2297294"/>
            <a:ext cx="7826096" cy="287785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txBox="1">
            <a:spLocks noGrp="1"/>
          </p:cNvSpPr>
          <p:nvPr>
            <p:ph type="ctrTitle"/>
          </p:nvPr>
        </p:nvSpPr>
        <p:spPr>
          <a:xfrm>
            <a:off x="723150" y="1494200"/>
            <a:ext cx="7697700" cy="1598100"/>
          </a:xfrm>
          <a:prstGeom prst="rect">
            <a:avLst/>
          </a:prstGeom>
        </p:spPr>
        <p:txBody>
          <a:bodyPr spcFirstLastPara="1" wrap="square" lIns="91425" tIns="91425" rIns="91425" bIns="91425" anchor="ctr" anchorCtr="0">
            <a:noAutofit/>
          </a:bodyPr>
          <a:lstStyle>
            <a:lvl1pPr lvl="0" rtl="0">
              <a:lnSpc>
                <a:spcPct val="90000"/>
              </a:lnSpc>
              <a:spcBef>
                <a:spcPts val="0"/>
              </a:spcBef>
              <a:spcAft>
                <a:spcPts val="0"/>
              </a:spcAft>
              <a:buSzPts val="5200"/>
              <a:buNone/>
              <a:defRPr sz="6600">
                <a:latin typeface="Kulim Park SemiBold"/>
                <a:ea typeface="Kulim Park SemiBold"/>
                <a:cs typeface="Kulim Park SemiBold"/>
                <a:sym typeface="Kulim Park SemiBold"/>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8" name="Google Shape;18;p2"/>
          <p:cNvSpPr txBox="1">
            <a:spLocks noGrp="1"/>
          </p:cNvSpPr>
          <p:nvPr>
            <p:ph type="subTitle" idx="1"/>
          </p:nvPr>
        </p:nvSpPr>
        <p:spPr>
          <a:xfrm>
            <a:off x="1962550" y="3100575"/>
            <a:ext cx="5218500" cy="5487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a:latin typeface="Manrope"/>
                <a:ea typeface="Manrope"/>
                <a:cs typeface="Manrope"/>
                <a:sym typeface="Manrop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3"/>
          <p:cNvSpPr/>
          <p:nvPr/>
        </p:nvSpPr>
        <p:spPr>
          <a:xfrm rot="-10285629">
            <a:off x="4140874" y="-201512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flipH="1">
            <a:off x="6818628" y="2586663"/>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rot="9748587" flipH="1">
            <a:off x="5601527" y="2021265"/>
            <a:ext cx="8200944" cy="301569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4102346" flipH="1">
            <a:off x="-2270967" y="3805847"/>
            <a:ext cx="9416338" cy="601377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rot="813319">
            <a:off x="-3580677" y="-14257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txBox="1">
            <a:spLocks noGrp="1"/>
          </p:cNvSpPr>
          <p:nvPr>
            <p:ph type="title"/>
          </p:nvPr>
        </p:nvSpPr>
        <p:spPr>
          <a:xfrm>
            <a:off x="716550" y="1929275"/>
            <a:ext cx="3855600" cy="1610100"/>
          </a:xfrm>
          <a:prstGeom prst="rect">
            <a:avLst/>
          </a:prstGeom>
          <a:noFill/>
          <a:ln>
            <a:noFill/>
          </a:ln>
        </p:spPr>
        <p:txBody>
          <a:bodyPr spcFirstLastPara="1" wrap="square" lIns="91425" tIns="91425" rIns="91425" bIns="91425" anchor="b" anchorCtr="0">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6" name="Google Shape;26;p3"/>
          <p:cNvSpPr txBox="1">
            <a:spLocks noGrp="1"/>
          </p:cNvSpPr>
          <p:nvPr>
            <p:ph type="title" idx="2" hasCustomPrompt="1"/>
          </p:nvPr>
        </p:nvSpPr>
        <p:spPr>
          <a:xfrm>
            <a:off x="723300" y="845239"/>
            <a:ext cx="1498200" cy="11235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6000"/>
              <a:buNone/>
              <a:defRPr sz="7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7" name="Google Shape;27;p3"/>
          <p:cNvSpPr txBox="1">
            <a:spLocks noGrp="1"/>
          </p:cNvSpPr>
          <p:nvPr>
            <p:ph type="subTitle" idx="1"/>
          </p:nvPr>
        </p:nvSpPr>
        <p:spPr>
          <a:xfrm>
            <a:off x="716550" y="3578839"/>
            <a:ext cx="2752500" cy="7194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28" name="Google Shape;28;p3"/>
          <p:cNvSpPr/>
          <p:nvPr/>
        </p:nvSpPr>
        <p:spPr>
          <a:xfrm>
            <a:off x="3065327" y="-42009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9"/>
        <p:cNvGrpSpPr/>
        <p:nvPr/>
      </p:nvGrpSpPr>
      <p:grpSpPr>
        <a:xfrm>
          <a:off x="0" y="0"/>
          <a:ext cx="0" cy="0"/>
          <a:chOff x="0" y="0"/>
          <a:chExt cx="0" cy="0"/>
        </a:xfrm>
      </p:grpSpPr>
      <p:sp>
        <p:nvSpPr>
          <p:cNvPr id="30" name="Google Shape;30;p4"/>
          <p:cNvSpPr/>
          <p:nvPr/>
        </p:nvSpPr>
        <p:spPr>
          <a:xfrm rot="813319">
            <a:off x="-704002" y="2342077"/>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rot="-5553048">
            <a:off x="-3421688" y="1600648"/>
            <a:ext cx="5990367" cy="5613156"/>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rgbClr val="AC9078">
              <a:alpha val="72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rot="-1460553" flipH="1">
            <a:off x="6702382" y="-661835"/>
            <a:ext cx="7471555" cy="4771732"/>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rot="3657786">
            <a:off x="7243056" y="893138"/>
            <a:ext cx="4558957" cy="1365879"/>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rot="3624623">
            <a:off x="5761668" y="608449"/>
            <a:ext cx="7826028" cy="2877832"/>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txBox="1">
            <a:spLocks noGrp="1"/>
          </p:cNvSpPr>
          <p:nvPr>
            <p:ph type="title"/>
          </p:nvPr>
        </p:nvSpPr>
        <p:spPr>
          <a:xfrm>
            <a:off x="720000" y="437700"/>
            <a:ext cx="77028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6" name="Google Shape;36;p4"/>
          <p:cNvSpPr txBox="1">
            <a:spLocks noGrp="1"/>
          </p:cNvSpPr>
          <p:nvPr>
            <p:ph type="body" idx="1"/>
          </p:nvPr>
        </p:nvSpPr>
        <p:spPr>
          <a:xfrm>
            <a:off x="720000" y="1095450"/>
            <a:ext cx="7702800" cy="3610800"/>
          </a:xfrm>
          <a:prstGeom prst="rect">
            <a:avLst/>
          </a:prstGeom>
          <a:noFill/>
          <a:ln>
            <a:noFill/>
          </a:ln>
        </p:spPr>
        <p:txBody>
          <a:bodyPr spcFirstLastPara="1" wrap="square" lIns="91425" tIns="91425" rIns="91425" bIns="91425" anchor="b" anchorCtr="0">
            <a:noAutofit/>
          </a:bodyPr>
          <a:lstStyle>
            <a:lvl1pPr marL="457200" lvl="0" indent="-330200" rtl="0">
              <a:lnSpc>
                <a:spcPct val="100000"/>
              </a:lnSpc>
              <a:spcBef>
                <a:spcPts val="0"/>
              </a:spcBef>
              <a:spcAft>
                <a:spcPts val="0"/>
              </a:spcAft>
              <a:buSzPts val="1600"/>
              <a:buChar char="●"/>
              <a:defRPr sz="1250">
                <a:latin typeface="Manrope"/>
                <a:ea typeface="Manrope"/>
                <a:cs typeface="Manrope"/>
                <a:sym typeface="Manrope"/>
              </a:defRPr>
            </a:lvl1pPr>
            <a:lvl2pPr marL="914400" lvl="1" indent="-330200" rtl="0">
              <a:lnSpc>
                <a:spcPct val="100000"/>
              </a:lnSpc>
              <a:spcBef>
                <a:spcPts val="0"/>
              </a:spcBef>
              <a:spcAft>
                <a:spcPts val="0"/>
              </a:spcAft>
              <a:buSzPts val="1600"/>
              <a:buChar char="○"/>
              <a:defRPr/>
            </a:lvl2pPr>
            <a:lvl3pPr marL="1371600" lvl="2" indent="-330200" rtl="0">
              <a:lnSpc>
                <a:spcPct val="100000"/>
              </a:lnSpc>
              <a:spcBef>
                <a:spcPts val="0"/>
              </a:spcBef>
              <a:spcAft>
                <a:spcPts val="0"/>
              </a:spcAft>
              <a:buSzPts val="1600"/>
              <a:buChar char="■"/>
              <a:defRPr/>
            </a:lvl3pPr>
            <a:lvl4pPr marL="1828800" lvl="3" indent="-330200" rtl="0">
              <a:lnSpc>
                <a:spcPct val="100000"/>
              </a:lnSpc>
              <a:spcBef>
                <a:spcPts val="0"/>
              </a:spcBef>
              <a:spcAft>
                <a:spcPts val="0"/>
              </a:spcAft>
              <a:buSzPts val="1600"/>
              <a:buChar char="●"/>
              <a:defRPr/>
            </a:lvl4pPr>
            <a:lvl5pPr marL="2286000" lvl="4" indent="-330200" rtl="0">
              <a:lnSpc>
                <a:spcPct val="100000"/>
              </a:lnSpc>
              <a:spcBef>
                <a:spcPts val="0"/>
              </a:spcBef>
              <a:spcAft>
                <a:spcPts val="0"/>
              </a:spcAft>
              <a:buSzPts val="1600"/>
              <a:buChar char="○"/>
              <a:defRPr/>
            </a:lvl5pPr>
            <a:lvl6pPr marL="2743200" lvl="5" indent="-330200" rtl="0">
              <a:lnSpc>
                <a:spcPct val="100000"/>
              </a:lnSpc>
              <a:spcBef>
                <a:spcPts val="0"/>
              </a:spcBef>
              <a:spcAft>
                <a:spcPts val="0"/>
              </a:spcAft>
              <a:buSzPts val="1600"/>
              <a:buChar char="■"/>
              <a:defRPr/>
            </a:lvl6pPr>
            <a:lvl7pPr marL="3200400" lvl="6" indent="-330200" rtl="0">
              <a:lnSpc>
                <a:spcPct val="100000"/>
              </a:lnSpc>
              <a:spcBef>
                <a:spcPts val="0"/>
              </a:spcBef>
              <a:spcAft>
                <a:spcPts val="0"/>
              </a:spcAft>
              <a:buSzPts val="1600"/>
              <a:buChar char="●"/>
              <a:defRPr/>
            </a:lvl7pPr>
            <a:lvl8pPr marL="3657600" lvl="7" indent="-330200" rtl="0">
              <a:lnSpc>
                <a:spcPct val="100000"/>
              </a:lnSpc>
              <a:spcBef>
                <a:spcPts val="0"/>
              </a:spcBef>
              <a:spcAft>
                <a:spcPts val="0"/>
              </a:spcAft>
              <a:buSzPts val="1600"/>
              <a:buChar char="○"/>
              <a:defRPr/>
            </a:lvl8pPr>
            <a:lvl9pPr marL="4114800" lvl="8" indent="-330200" rtl="0">
              <a:lnSpc>
                <a:spcPct val="100000"/>
              </a:lnSpc>
              <a:spcBef>
                <a:spcPts val="0"/>
              </a:spcBef>
              <a:spcAft>
                <a:spcPts val="0"/>
              </a:spcAft>
              <a:buSzPts val="16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7"/>
        <p:cNvGrpSpPr/>
        <p:nvPr/>
      </p:nvGrpSpPr>
      <p:grpSpPr>
        <a:xfrm>
          <a:off x="0" y="0"/>
          <a:ext cx="0" cy="0"/>
          <a:chOff x="0" y="0"/>
          <a:chExt cx="0" cy="0"/>
        </a:xfrm>
      </p:grpSpPr>
      <p:sp>
        <p:nvSpPr>
          <p:cNvPr id="38" name="Google Shape;38;p5"/>
          <p:cNvSpPr/>
          <p:nvPr/>
        </p:nvSpPr>
        <p:spPr>
          <a:xfrm>
            <a:off x="-4528356" y="1004988"/>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5"/>
          <p:cNvSpPr/>
          <p:nvPr/>
        </p:nvSpPr>
        <p:spPr>
          <a:xfrm rot="-9405665" flipH="1">
            <a:off x="6846081" y="1281156"/>
            <a:ext cx="7310152" cy="6849835"/>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5"/>
          <p:cNvSpPr/>
          <p:nvPr/>
        </p:nvSpPr>
        <p:spPr>
          <a:xfrm rot="1478505" flipH="1">
            <a:off x="3709533" y="-1000036"/>
            <a:ext cx="7826136" cy="2877871"/>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5"/>
          <p:cNvSpPr txBox="1">
            <a:spLocks noGrp="1"/>
          </p:cNvSpPr>
          <p:nvPr>
            <p:ph type="title"/>
          </p:nvPr>
        </p:nvSpPr>
        <p:spPr>
          <a:xfrm flipH="1">
            <a:off x="720000" y="438912"/>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2" name="Google Shape;42;p5"/>
          <p:cNvSpPr txBox="1">
            <a:spLocks noGrp="1"/>
          </p:cNvSpPr>
          <p:nvPr>
            <p:ph type="title" idx="2"/>
          </p:nvPr>
        </p:nvSpPr>
        <p:spPr>
          <a:xfrm>
            <a:off x="4789925" y="3371526"/>
            <a:ext cx="23253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43" name="Google Shape;43;p5"/>
          <p:cNvSpPr txBox="1">
            <a:spLocks noGrp="1"/>
          </p:cNvSpPr>
          <p:nvPr>
            <p:ph type="subTitle" idx="1"/>
          </p:nvPr>
        </p:nvSpPr>
        <p:spPr>
          <a:xfrm>
            <a:off x="4789950" y="3879601"/>
            <a:ext cx="2325300" cy="623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44" name="Google Shape;44;p5"/>
          <p:cNvSpPr txBox="1">
            <a:spLocks noGrp="1"/>
          </p:cNvSpPr>
          <p:nvPr>
            <p:ph type="title" idx="3"/>
          </p:nvPr>
        </p:nvSpPr>
        <p:spPr>
          <a:xfrm>
            <a:off x="2028750" y="3371526"/>
            <a:ext cx="23253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45" name="Google Shape;45;p5"/>
          <p:cNvSpPr txBox="1">
            <a:spLocks noGrp="1"/>
          </p:cNvSpPr>
          <p:nvPr>
            <p:ph type="subTitle" idx="4"/>
          </p:nvPr>
        </p:nvSpPr>
        <p:spPr>
          <a:xfrm>
            <a:off x="2028775" y="3879601"/>
            <a:ext cx="2325300" cy="623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46" name="Google Shape;46;p5"/>
          <p:cNvSpPr/>
          <p:nvPr/>
        </p:nvSpPr>
        <p:spPr>
          <a:xfrm rot="9524149" flipH="1">
            <a:off x="-6659422" y="-2925302"/>
            <a:ext cx="9471569" cy="60490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5"/>
          <p:cNvSpPr/>
          <p:nvPr/>
        </p:nvSpPr>
        <p:spPr>
          <a:xfrm rot="-9555841">
            <a:off x="-6785773" y="1808506"/>
            <a:ext cx="8200942" cy="301569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6"/>
          <p:cNvSpPr/>
          <p:nvPr/>
        </p:nvSpPr>
        <p:spPr>
          <a:xfrm rot="3394465" flipH="1">
            <a:off x="3077084" y="34332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6"/>
          <p:cNvSpPr/>
          <p:nvPr/>
        </p:nvSpPr>
        <p:spPr>
          <a:xfrm>
            <a:off x="5867027" y="-12434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6"/>
          <p:cNvSpPr/>
          <p:nvPr/>
        </p:nvSpPr>
        <p:spPr>
          <a:xfrm rot="3952094">
            <a:off x="4978836" y="-32116"/>
            <a:ext cx="7826127" cy="287786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6"/>
          <p:cNvSpPr/>
          <p:nvPr/>
        </p:nvSpPr>
        <p:spPr>
          <a:xfrm rot="-649760" flipH="1">
            <a:off x="7075142" y="-713258"/>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6"/>
          <p:cNvSpPr/>
          <p:nvPr/>
        </p:nvSpPr>
        <p:spPr>
          <a:xfrm rot="813319">
            <a:off x="-2477752" y="-30743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6"/>
          <p:cNvSpPr/>
          <p:nvPr/>
        </p:nvSpPr>
        <p:spPr>
          <a:xfrm rot="-10285603">
            <a:off x="-4701904" y="3752842"/>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6"/>
          <p:cNvSpPr/>
          <p:nvPr/>
        </p:nvSpPr>
        <p:spPr>
          <a:xfrm rot="-7426355">
            <a:off x="-5557542" y="1132830"/>
            <a:ext cx="7826046" cy="287783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6"/>
          <p:cNvSpPr txBox="1">
            <a:spLocks noGrp="1"/>
          </p:cNvSpPr>
          <p:nvPr>
            <p:ph type="title"/>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7"/>
        <p:cNvGrpSpPr/>
        <p:nvPr/>
      </p:nvGrpSpPr>
      <p:grpSpPr>
        <a:xfrm>
          <a:off x="0" y="0"/>
          <a:ext cx="0" cy="0"/>
          <a:chOff x="0" y="0"/>
          <a:chExt cx="0" cy="0"/>
        </a:xfrm>
      </p:grpSpPr>
      <p:sp>
        <p:nvSpPr>
          <p:cNvPr id="58" name="Google Shape;58;p7"/>
          <p:cNvSpPr/>
          <p:nvPr/>
        </p:nvSpPr>
        <p:spPr>
          <a:xfrm rot="3394465" flipH="1">
            <a:off x="5041484" y="22860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7"/>
          <p:cNvSpPr/>
          <p:nvPr/>
        </p:nvSpPr>
        <p:spPr>
          <a:xfrm rot="-10285603">
            <a:off x="7150321" y="-2266383"/>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7"/>
          <p:cNvSpPr/>
          <p:nvPr/>
        </p:nvSpPr>
        <p:spPr>
          <a:xfrm rot="955394" flipH="1">
            <a:off x="1460861" y="-2197712"/>
            <a:ext cx="7826028" cy="2877832"/>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7"/>
          <p:cNvSpPr txBox="1">
            <a:spLocks noGrp="1"/>
          </p:cNvSpPr>
          <p:nvPr>
            <p:ph type="body" idx="1"/>
          </p:nvPr>
        </p:nvSpPr>
        <p:spPr>
          <a:xfrm>
            <a:off x="4572000" y="1369325"/>
            <a:ext cx="3850500" cy="3332700"/>
          </a:xfrm>
          <a:prstGeom prst="rect">
            <a:avLst/>
          </a:prstGeom>
        </p:spPr>
        <p:txBody>
          <a:bodyPr spcFirstLastPara="1" wrap="square" lIns="91425" tIns="91425" rIns="91425" bIns="91425" anchor="ctr" anchorCtr="0">
            <a:noAutofit/>
          </a:bodyPr>
          <a:lstStyle>
            <a:lvl1pPr marL="457200" lvl="0" indent="-330200" rtl="0">
              <a:lnSpc>
                <a:spcPct val="100000"/>
              </a:lnSpc>
              <a:spcBef>
                <a:spcPts val="0"/>
              </a:spcBef>
              <a:spcAft>
                <a:spcPts val="0"/>
              </a:spcAft>
              <a:buSzPts val="1600"/>
              <a:buFont typeface="Nunito Light"/>
              <a:buChar char="●"/>
              <a:defRPr sz="1400"/>
            </a:lvl1pPr>
            <a:lvl2pPr marL="914400" lvl="1" indent="-330200" rtl="0">
              <a:lnSpc>
                <a:spcPct val="100000"/>
              </a:lnSpc>
              <a:spcBef>
                <a:spcPts val="0"/>
              </a:spcBef>
              <a:spcAft>
                <a:spcPts val="0"/>
              </a:spcAft>
              <a:buSzPts val="1600"/>
              <a:buFont typeface="Nunito Light"/>
              <a:buChar char="○"/>
              <a:defRPr/>
            </a:lvl2pPr>
            <a:lvl3pPr marL="1371600" lvl="2" indent="-323850" rtl="0">
              <a:lnSpc>
                <a:spcPct val="100000"/>
              </a:lnSpc>
              <a:spcBef>
                <a:spcPts val="1600"/>
              </a:spcBef>
              <a:spcAft>
                <a:spcPts val="0"/>
              </a:spcAft>
              <a:buSzPts val="1500"/>
              <a:buFont typeface="Nunito Light"/>
              <a:buChar char="■"/>
              <a:defRPr/>
            </a:lvl3pPr>
            <a:lvl4pPr marL="1828800" lvl="3" indent="-323850" rtl="0">
              <a:lnSpc>
                <a:spcPct val="100000"/>
              </a:lnSpc>
              <a:spcBef>
                <a:spcPts val="1600"/>
              </a:spcBef>
              <a:spcAft>
                <a:spcPts val="0"/>
              </a:spcAft>
              <a:buSzPts val="1500"/>
              <a:buFont typeface="Nunito Light"/>
              <a:buChar char="●"/>
              <a:defRPr/>
            </a:lvl4pPr>
            <a:lvl5pPr marL="2286000" lvl="4" indent="-330200" rtl="0">
              <a:lnSpc>
                <a:spcPct val="100000"/>
              </a:lnSpc>
              <a:spcBef>
                <a:spcPts val="1600"/>
              </a:spcBef>
              <a:spcAft>
                <a:spcPts val="0"/>
              </a:spcAft>
              <a:buSzPts val="1600"/>
              <a:buFont typeface="Nunito Light"/>
              <a:buChar char="○"/>
              <a:defRPr/>
            </a:lvl5pPr>
            <a:lvl6pPr marL="2743200" lvl="5" indent="-330200" rtl="0">
              <a:lnSpc>
                <a:spcPct val="100000"/>
              </a:lnSpc>
              <a:spcBef>
                <a:spcPts val="1600"/>
              </a:spcBef>
              <a:spcAft>
                <a:spcPts val="0"/>
              </a:spcAft>
              <a:buSzPts val="1600"/>
              <a:buFont typeface="Nunito Light"/>
              <a:buChar char="■"/>
              <a:defRPr/>
            </a:lvl6pPr>
            <a:lvl7pPr marL="3200400" lvl="6" indent="-311150" rtl="0">
              <a:lnSpc>
                <a:spcPct val="100000"/>
              </a:lnSpc>
              <a:spcBef>
                <a:spcPts val="1600"/>
              </a:spcBef>
              <a:spcAft>
                <a:spcPts val="0"/>
              </a:spcAft>
              <a:buSzPts val="1300"/>
              <a:buFont typeface="Nunito Light"/>
              <a:buChar char="●"/>
              <a:defRPr/>
            </a:lvl7pPr>
            <a:lvl8pPr marL="3657600" lvl="7" indent="-311150" rtl="0">
              <a:lnSpc>
                <a:spcPct val="100000"/>
              </a:lnSpc>
              <a:spcBef>
                <a:spcPts val="1600"/>
              </a:spcBef>
              <a:spcAft>
                <a:spcPts val="0"/>
              </a:spcAft>
              <a:buSzPts val="1300"/>
              <a:buFont typeface="Nunito Light"/>
              <a:buChar char="○"/>
              <a:defRPr/>
            </a:lvl8pPr>
            <a:lvl9pPr marL="4114800" lvl="8" indent="-330200" rtl="0">
              <a:lnSpc>
                <a:spcPct val="100000"/>
              </a:lnSpc>
              <a:spcBef>
                <a:spcPts val="1600"/>
              </a:spcBef>
              <a:spcAft>
                <a:spcPts val="1600"/>
              </a:spcAft>
              <a:buSzPts val="1600"/>
              <a:buFont typeface="Nunito Light"/>
              <a:buChar char="■"/>
              <a:defRPr/>
            </a:lvl9pPr>
          </a:lstStyle>
          <a:p>
            <a:endParaRPr/>
          </a:p>
        </p:txBody>
      </p:sp>
      <p:sp>
        <p:nvSpPr>
          <p:cNvPr id="62" name="Google Shape;62;p7"/>
          <p:cNvSpPr txBox="1">
            <a:spLocks noGrp="1"/>
          </p:cNvSpPr>
          <p:nvPr>
            <p:ph type="title"/>
          </p:nvPr>
        </p:nvSpPr>
        <p:spPr>
          <a:xfrm>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3"/>
        <p:cNvGrpSpPr/>
        <p:nvPr/>
      </p:nvGrpSpPr>
      <p:grpSpPr>
        <a:xfrm>
          <a:off x="0" y="0"/>
          <a:ext cx="0" cy="0"/>
          <a:chOff x="0" y="0"/>
          <a:chExt cx="0" cy="0"/>
        </a:xfrm>
      </p:grpSpPr>
      <p:sp>
        <p:nvSpPr>
          <p:cNvPr id="64" name="Google Shape;64;p8"/>
          <p:cNvSpPr/>
          <p:nvPr/>
        </p:nvSpPr>
        <p:spPr>
          <a:xfrm rot="-813319" flipH="1">
            <a:off x="4432698" y="-342427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8"/>
          <p:cNvSpPr/>
          <p:nvPr/>
        </p:nvSpPr>
        <p:spPr>
          <a:xfrm rot="649785">
            <a:off x="-1816445" y="-7384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8"/>
          <p:cNvSpPr/>
          <p:nvPr/>
        </p:nvSpPr>
        <p:spPr>
          <a:xfrm flipH="1">
            <a:off x="620870" y="2238100"/>
            <a:ext cx="7471673" cy="477180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8"/>
          <p:cNvSpPr/>
          <p:nvPr/>
        </p:nvSpPr>
        <p:spPr>
          <a:xfrm rot="-8823147" flipH="1">
            <a:off x="5492915" y="2808773"/>
            <a:ext cx="5990392" cy="5613180"/>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8"/>
          <p:cNvSpPr/>
          <p:nvPr/>
        </p:nvSpPr>
        <p:spPr>
          <a:xfrm flipH="1">
            <a:off x="-2254122" y="-142500"/>
            <a:ext cx="4935815" cy="3769836"/>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8"/>
          <p:cNvSpPr/>
          <p:nvPr/>
        </p:nvSpPr>
        <p:spPr>
          <a:xfrm rot="-649785" flipH="1">
            <a:off x="3942880" y="44011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888762">
              <a:alpha val="13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8"/>
          <p:cNvSpPr/>
          <p:nvPr/>
        </p:nvSpPr>
        <p:spPr>
          <a:xfrm rot="-1244193" flipH="1">
            <a:off x="-2695083" y="-777268"/>
            <a:ext cx="7826096" cy="287785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8"/>
          <p:cNvSpPr/>
          <p:nvPr/>
        </p:nvSpPr>
        <p:spPr>
          <a:xfrm rot="9555807" flipH="1">
            <a:off x="7511217" y="2297294"/>
            <a:ext cx="7826096" cy="287785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8"/>
          <p:cNvSpPr txBox="1">
            <a:spLocks noGrp="1"/>
          </p:cNvSpPr>
          <p:nvPr>
            <p:ph type="title"/>
          </p:nvPr>
        </p:nvSpPr>
        <p:spPr>
          <a:xfrm>
            <a:off x="1796850" y="1301800"/>
            <a:ext cx="5550300" cy="2539800"/>
          </a:xfrm>
          <a:prstGeom prst="rect">
            <a:avLst/>
          </a:prstGeom>
        </p:spPr>
        <p:txBody>
          <a:bodyPr spcFirstLastPara="1" wrap="square" lIns="91425" tIns="91425" rIns="91425" bIns="91425" anchor="ctr" anchorCtr="0">
            <a:noAutofit/>
          </a:bodyPr>
          <a:lstStyle>
            <a:lvl1pPr lvl="0" algn="ctr" rtl="0">
              <a:lnSpc>
                <a:spcPct val="80000"/>
              </a:lnSpc>
              <a:spcBef>
                <a:spcPts val="0"/>
              </a:spcBef>
              <a:spcAft>
                <a:spcPts val="0"/>
              </a:spcAft>
              <a:buSzPts val="4800"/>
              <a:buNone/>
              <a:defRPr sz="8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3"/>
        <p:cNvGrpSpPr/>
        <p:nvPr/>
      </p:nvGrpSpPr>
      <p:grpSpPr>
        <a:xfrm>
          <a:off x="0" y="0"/>
          <a:ext cx="0" cy="0"/>
          <a:chOff x="0" y="0"/>
          <a:chExt cx="0" cy="0"/>
        </a:xfrm>
      </p:grpSpPr>
      <p:sp>
        <p:nvSpPr>
          <p:cNvPr id="74" name="Google Shape;74;p9"/>
          <p:cNvSpPr/>
          <p:nvPr/>
        </p:nvSpPr>
        <p:spPr>
          <a:xfrm rot="813319">
            <a:off x="-2477752" y="-30743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9"/>
          <p:cNvSpPr/>
          <p:nvPr/>
        </p:nvSpPr>
        <p:spPr>
          <a:xfrm rot="3394465" flipH="1">
            <a:off x="3077084" y="34332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9"/>
          <p:cNvSpPr/>
          <p:nvPr/>
        </p:nvSpPr>
        <p:spPr>
          <a:xfrm>
            <a:off x="5867027" y="-12434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9"/>
          <p:cNvSpPr/>
          <p:nvPr/>
        </p:nvSpPr>
        <p:spPr>
          <a:xfrm rot="3406877">
            <a:off x="3098060" y="-32126"/>
            <a:ext cx="7826090" cy="287785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9"/>
          <p:cNvSpPr/>
          <p:nvPr/>
        </p:nvSpPr>
        <p:spPr>
          <a:xfrm rot="-649760" flipH="1">
            <a:off x="7075142" y="-713258"/>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9"/>
          <p:cNvSpPr/>
          <p:nvPr/>
        </p:nvSpPr>
        <p:spPr>
          <a:xfrm rot="-10285603">
            <a:off x="-4701904" y="3752842"/>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9"/>
          <p:cNvSpPr/>
          <p:nvPr/>
        </p:nvSpPr>
        <p:spPr>
          <a:xfrm rot="-7426355">
            <a:off x="-5557542" y="1132830"/>
            <a:ext cx="7826046" cy="287783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9"/>
          <p:cNvSpPr txBox="1">
            <a:spLocks noGrp="1"/>
          </p:cNvSpPr>
          <p:nvPr>
            <p:ph type="title"/>
          </p:nvPr>
        </p:nvSpPr>
        <p:spPr>
          <a:xfrm>
            <a:off x="723300" y="1383125"/>
            <a:ext cx="4510500" cy="9219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800"/>
              <a:buNone/>
              <a:defRPr sz="50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2" name="Google Shape;82;p9"/>
          <p:cNvSpPr txBox="1">
            <a:spLocks noGrp="1"/>
          </p:cNvSpPr>
          <p:nvPr>
            <p:ph type="subTitle" idx="1"/>
          </p:nvPr>
        </p:nvSpPr>
        <p:spPr>
          <a:xfrm>
            <a:off x="723300" y="2328475"/>
            <a:ext cx="4359900" cy="1431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3"/>
        <p:cNvGrpSpPr/>
        <p:nvPr/>
      </p:nvGrpSpPr>
      <p:grpSpPr>
        <a:xfrm>
          <a:off x="0" y="0"/>
          <a:ext cx="0" cy="0"/>
          <a:chOff x="0" y="0"/>
          <a:chExt cx="0" cy="0"/>
        </a:xfrm>
      </p:grpSpPr>
      <p:sp>
        <p:nvSpPr>
          <p:cNvPr id="84" name="Google Shape;84;p10"/>
          <p:cNvSpPr>
            <a:spLocks noGrp="1"/>
          </p:cNvSpPr>
          <p:nvPr>
            <p:ph type="pic" idx="2"/>
          </p:nvPr>
        </p:nvSpPr>
        <p:spPr>
          <a:xfrm>
            <a:off x="0" y="0"/>
            <a:ext cx="9144000" cy="5143500"/>
          </a:xfrm>
          <a:prstGeom prst="rect">
            <a:avLst/>
          </a:prstGeom>
          <a:noFill/>
          <a:ln>
            <a:noFill/>
          </a:ln>
        </p:spPr>
      </p:sp>
      <p:sp>
        <p:nvSpPr>
          <p:cNvPr id="85" name="Google Shape;85;p10"/>
          <p:cNvSpPr txBox="1">
            <a:spLocks noGrp="1"/>
          </p:cNvSpPr>
          <p:nvPr>
            <p:ph type="title"/>
          </p:nvPr>
        </p:nvSpPr>
        <p:spPr>
          <a:xfrm>
            <a:off x="723300" y="1315950"/>
            <a:ext cx="2771700" cy="2511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800"/>
              <a:buNone/>
              <a:defRPr sz="36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6"/>
        <p:cNvGrpSpPr/>
        <p:nvPr/>
      </p:nvGrpSpPr>
      <p:grpSpPr>
        <a:xfrm>
          <a:off x="0" y="0"/>
          <a:ext cx="0" cy="0"/>
          <a:chOff x="0" y="0"/>
          <a:chExt cx="0" cy="0"/>
        </a:xfrm>
      </p:grpSpPr>
      <p:sp>
        <p:nvSpPr>
          <p:cNvPr id="87" name="Google Shape;87;p11"/>
          <p:cNvSpPr/>
          <p:nvPr/>
        </p:nvSpPr>
        <p:spPr>
          <a:xfrm rot="-10285629">
            <a:off x="5066449" y="-212437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1"/>
          <p:cNvSpPr/>
          <p:nvPr/>
        </p:nvSpPr>
        <p:spPr>
          <a:xfrm flipH="1">
            <a:off x="7942003" y="1004988"/>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1"/>
          <p:cNvSpPr/>
          <p:nvPr/>
        </p:nvSpPr>
        <p:spPr>
          <a:xfrm rot="2839443">
            <a:off x="-308418" y="2442034"/>
            <a:ext cx="6402141" cy="5689181"/>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1"/>
          <p:cNvSpPr/>
          <p:nvPr/>
        </p:nvSpPr>
        <p:spPr>
          <a:xfrm rot="9405665">
            <a:off x="-4305365" y="1281181"/>
            <a:ext cx="7310152" cy="6849835"/>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1"/>
          <p:cNvSpPr/>
          <p:nvPr/>
        </p:nvSpPr>
        <p:spPr>
          <a:xfrm rot="-1478505">
            <a:off x="-2334601" y="-1000036"/>
            <a:ext cx="7826136" cy="2877871"/>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1"/>
          <p:cNvSpPr/>
          <p:nvPr/>
        </p:nvSpPr>
        <p:spPr>
          <a:xfrm rot="9555841" flipH="1">
            <a:off x="7023452" y="1808506"/>
            <a:ext cx="8200942" cy="301569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1"/>
          <p:cNvSpPr txBox="1">
            <a:spLocks noGrp="1"/>
          </p:cNvSpPr>
          <p:nvPr>
            <p:ph type="title" hasCustomPrompt="1"/>
          </p:nvPr>
        </p:nvSpPr>
        <p:spPr>
          <a:xfrm>
            <a:off x="1248600" y="1528200"/>
            <a:ext cx="6646800" cy="1536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9600"/>
              <a:buNone/>
              <a:defRPr sz="110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94" name="Google Shape;94;p11"/>
          <p:cNvSpPr txBox="1">
            <a:spLocks noGrp="1"/>
          </p:cNvSpPr>
          <p:nvPr>
            <p:ph type="subTitle" idx="1"/>
          </p:nvPr>
        </p:nvSpPr>
        <p:spPr>
          <a:xfrm>
            <a:off x="1248450" y="3114175"/>
            <a:ext cx="66468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9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1">
  <p:cSld name="CUSTOM_20">
    <p:spTree>
      <p:nvGrpSpPr>
        <p:cNvPr id="1" name="Shape 96"/>
        <p:cNvGrpSpPr/>
        <p:nvPr/>
      </p:nvGrpSpPr>
      <p:grpSpPr>
        <a:xfrm>
          <a:off x="0" y="0"/>
          <a:ext cx="0" cy="0"/>
          <a:chOff x="0" y="0"/>
          <a:chExt cx="0" cy="0"/>
        </a:xfrm>
      </p:grpSpPr>
      <p:sp>
        <p:nvSpPr>
          <p:cNvPr id="97" name="Google Shape;97;p13"/>
          <p:cNvSpPr/>
          <p:nvPr/>
        </p:nvSpPr>
        <p:spPr>
          <a:xfrm rot="-514371" flipH="1">
            <a:off x="4546199" y="581678"/>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3"/>
          <p:cNvSpPr/>
          <p:nvPr/>
        </p:nvSpPr>
        <p:spPr>
          <a:xfrm rot="10800000">
            <a:off x="6590028" y="-1830528"/>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3"/>
          <p:cNvSpPr/>
          <p:nvPr/>
        </p:nvSpPr>
        <p:spPr>
          <a:xfrm rot="1051413">
            <a:off x="5372927" y="-597860"/>
            <a:ext cx="8200944" cy="301569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3"/>
          <p:cNvSpPr/>
          <p:nvPr/>
        </p:nvSpPr>
        <p:spPr>
          <a:xfrm rot="6697654">
            <a:off x="-3373442" y="-4867145"/>
            <a:ext cx="9416338" cy="601377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3"/>
          <p:cNvSpPr/>
          <p:nvPr/>
        </p:nvSpPr>
        <p:spPr>
          <a:xfrm rot="9986681" flipH="1">
            <a:off x="-4180552" y="1043048"/>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3"/>
          <p:cNvSpPr txBox="1">
            <a:spLocks noGrp="1"/>
          </p:cNvSpPr>
          <p:nvPr>
            <p:ph type="title"/>
          </p:nvPr>
        </p:nvSpPr>
        <p:spPr>
          <a:xfrm>
            <a:off x="3394963" y="1596925"/>
            <a:ext cx="3855600" cy="16101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03" name="Google Shape;103;p13"/>
          <p:cNvSpPr txBox="1">
            <a:spLocks noGrp="1"/>
          </p:cNvSpPr>
          <p:nvPr>
            <p:ph type="title" idx="2" hasCustomPrompt="1"/>
          </p:nvPr>
        </p:nvSpPr>
        <p:spPr>
          <a:xfrm>
            <a:off x="1893438" y="1677639"/>
            <a:ext cx="1498200" cy="11235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6000"/>
              <a:buNone/>
              <a:defRPr sz="7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04" name="Google Shape;104;p13"/>
          <p:cNvSpPr txBox="1">
            <a:spLocks noGrp="1"/>
          </p:cNvSpPr>
          <p:nvPr>
            <p:ph type="subTitle" idx="1"/>
          </p:nvPr>
        </p:nvSpPr>
        <p:spPr>
          <a:xfrm>
            <a:off x="3394963" y="3246489"/>
            <a:ext cx="2752500" cy="7194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05" name="Google Shape;105;p13"/>
          <p:cNvSpPr/>
          <p:nvPr/>
        </p:nvSpPr>
        <p:spPr>
          <a:xfrm rot="10800000" flipH="1">
            <a:off x="779327" y="3478782"/>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2">
  <p:cSld name="CUSTOM_21">
    <p:spTree>
      <p:nvGrpSpPr>
        <p:cNvPr id="1" name="Shape 106"/>
        <p:cNvGrpSpPr/>
        <p:nvPr/>
      </p:nvGrpSpPr>
      <p:grpSpPr>
        <a:xfrm>
          <a:off x="0" y="0"/>
          <a:ext cx="0" cy="0"/>
          <a:chOff x="0" y="0"/>
          <a:chExt cx="0" cy="0"/>
        </a:xfrm>
      </p:grpSpPr>
      <p:sp>
        <p:nvSpPr>
          <p:cNvPr id="107" name="Google Shape;107;p14"/>
          <p:cNvSpPr/>
          <p:nvPr/>
        </p:nvSpPr>
        <p:spPr>
          <a:xfrm rot="-10285629">
            <a:off x="4140874" y="-201512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4"/>
          <p:cNvSpPr/>
          <p:nvPr/>
        </p:nvSpPr>
        <p:spPr>
          <a:xfrm flipH="1">
            <a:off x="6818628" y="2586663"/>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4"/>
          <p:cNvSpPr/>
          <p:nvPr/>
        </p:nvSpPr>
        <p:spPr>
          <a:xfrm rot="9748587" flipH="1">
            <a:off x="5601527" y="2021265"/>
            <a:ext cx="8200944" cy="301569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4"/>
          <p:cNvSpPr/>
          <p:nvPr/>
        </p:nvSpPr>
        <p:spPr>
          <a:xfrm rot="4102346" flipH="1">
            <a:off x="-2270967" y="3805847"/>
            <a:ext cx="9416338" cy="601377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4"/>
          <p:cNvSpPr/>
          <p:nvPr/>
        </p:nvSpPr>
        <p:spPr>
          <a:xfrm rot="813319">
            <a:off x="-3580677" y="-14257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4"/>
          <p:cNvSpPr txBox="1">
            <a:spLocks noGrp="1"/>
          </p:cNvSpPr>
          <p:nvPr>
            <p:ph type="title"/>
          </p:nvPr>
        </p:nvSpPr>
        <p:spPr>
          <a:xfrm>
            <a:off x="1549950" y="1929275"/>
            <a:ext cx="6044100" cy="16101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13" name="Google Shape;113;p14"/>
          <p:cNvSpPr txBox="1">
            <a:spLocks noGrp="1"/>
          </p:cNvSpPr>
          <p:nvPr>
            <p:ph type="title" idx="2" hasCustomPrompt="1"/>
          </p:nvPr>
        </p:nvSpPr>
        <p:spPr>
          <a:xfrm>
            <a:off x="3822900" y="845239"/>
            <a:ext cx="1498200" cy="11235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SzPts val="6000"/>
              <a:buNone/>
              <a:defRPr sz="7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14" name="Google Shape;114;p14"/>
          <p:cNvSpPr txBox="1">
            <a:spLocks noGrp="1"/>
          </p:cNvSpPr>
          <p:nvPr>
            <p:ph type="subTitle" idx="1"/>
          </p:nvPr>
        </p:nvSpPr>
        <p:spPr>
          <a:xfrm>
            <a:off x="2414570" y="3578849"/>
            <a:ext cx="4314900" cy="7194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15" name="Google Shape;115;p14"/>
          <p:cNvSpPr/>
          <p:nvPr/>
        </p:nvSpPr>
        <p:spPr>
          <a:xfrm>
            <a:off x="3065327" y="-42009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3">
  <p:cSld name="CUSTOM_35">
    <p:spTree>
      <p:nvGrpSpPr>
        <p:cNvPr id="1" name="Shape 116"/>
        <p:cNvGrpSpPr/>
        <p:nvPr/>
      </p:nvGrpSpPr>
      <p:grpSpPr>
        <a:xfrm>
          <a:off x="0" y="0"/>
          <a:ext cx="0" cy="0"/>
          <a:chOff x="0" y="0"/>
          <a:chExt cx="0" cy="0"/>
        </a:xfrm>
      </p:grpSpPr>
      <p:sp>
        <p:nvSpPr>
          <p:cNvPr id="117" name="Google Shape;117;p15"/>
          <p:cNvSpPr/>
          <p:nvPr/>
        </p:nvSpPr>
        <p:spPr>
          <a:xfrm rot="-10285629">
            <a:off x="4140874" y="-201512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5"/>
          <p:cNvSpPr/>
          <p:nvPr/>
        </p:nvSpPr>
        <p:spPr>
          <a:xfrm flipH="1">
            <a:off x="6818628" y="2586663"/>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5"/>
          <p:cNvSpPr/>
          <p:nvPr/>
        </p:nvSpPr>
        <p:spPr>
          <a:xfrm rot="9748587" flipH="1">
            <a:off x="5601527" y="2021265"/>
            <a:ext cx="8200944" cy="301569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5"/>
          <p:cNvSpPr/>
          <p:nvPr/>
        </p:nvSpPr>
        <p:spPr>
          <a:xfrm rot="4102346" flipH="1">
            <a:off x="-2270967" y="3805847"/>
            <a:ext cx="9416338" cy="601377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5"/>
          <p:cNvSpPr/>
          <p:nvPr/>
        </p:nvSpPr>
        <p:spPr>
          <a:xfrm rot="813319">
            <a:off x="-3580677" y="-14257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5"/>
          <p:cNvSpPr txBox="1">
            <a:spLocks noGrp="1"/>
          </p:cNvSpPr>
          <p:nvPr>
            <p:ph type="title"/>
          </p:nvPr>
        </p:nvSpPr>
        <p:spPr>
          <a:xfrm>
            <a:off x="1309450" y="2081675"/>
            <a:ext cx="4314900" cy="1610100"/>
          </a:xfrm>
          <a:prstGeom prst="rect">
            <a:avLst/>
          </a:prstGeom>
          <a:noFill/>
          <a:ln>
            <a:noFill/>
          </a:ln>
        </p:spPr>
        <p:txBody>
          <a:bodyPr spcFirstLastPara="1" wrap="square" lIns="91425" tIns="91425" rIns="91425" bIns="91425" anchor="ctr" anchorCtr="0">
            <a:noAutofit/>
          </a:bodyPr>
          <a:lstStyle>
            <a:lvl1pPr lvl="0" algn="l"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23" name="Google Shape;123;p15"/>
          <p:cNvSpPr txBox="1">
            <a:spLocks noGrp="1"/>
          </p:cNvSpPr>
          <p:nvPr>
            <p:ph type="title" idx="2" hasCustomPrompt="1"/>
          </p:nvPr>
        </p:nvSpPr>
        <p:spPr>
          <a:xfrm>
            <a:off x="6066050" y="691889"/>
            <a:ext cx="1498200" cy="11235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SzPts val="6000"/>
              <a:buNone/>
              <a:defRPr sz="7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24" name="Google Shape;124;p15"/>
          <p:cNvSpPr txBox="1">
            <a:spLocks noGrp="1"/>
          </p:cNvSpPr>
          <p:nvPr>
            <p:ph type="subTitle" idx="1"/>
          </p:nvPr>
        </p:nvSpPr>
        <p:spPr>
          <a:xfrm>
            <a:off x="1309450" y="3731249"/>
            <a:ext cx="4314900" cy="7194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25" name="Google Shape;125;p15"/>
          <p:cNvSpPr/>
          <p:nvPr/>
        </p:nvSpPr>
        <p:spPr>
          <a:xfrm>
            <a:off x="3065327" y="-42009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26"/>
        <p:cNvGrpSpPr/>
        <p:nvPr/>
      </p:nvGrpSpPr>
      <p:grpSpPr>
        <a:xfrm>
          <a:off x="0" y="0"/>
          <a:ext cx="0" cy="0"/>
          <a:chOff x="0" y="0"/>
          <a:chExt cx="0" cy="0"/>
        </a:xfrm>
      </p:grpSpPr>
      <p:sp>
        <p:nvSpPr>
          <p:cNvPr id="127" name="Google Shape;127;p16"/>
          <p:cNvSpPr/>
          <p:nvPr/>
        </p:nvSpPr>
        <p:spPr>
          <a:xfrm rot="9339447" flipH="1">
            <a:off x="-5157706" y="2195120"/>
            <a:ext cx="7471555" cy="4771732"/>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6"/>
          <p:cNvSpPr/>
          <p:nvPr/>
        </p:nvSpPr>
        <p:spPr>
          <a:xfrm>
            <a:off x="1118566" y="1549193"/>
            <a:ext cx="1350837" cy="973145"/>
          </a:xfrm>
          <a:custGeom>
            <a:avLst/>
            <a:gdLst/>
            <a:ahLst/>
            <a:cxnLst/>
            <a:rect l="l" t="t" r="r" b="b"/>
            <a:pathLst>
              <a:path w="18827" h="13563" extrusionOk="0">
                <a:moveTo>
                  <a:pt x="7161" y="0"/>
                </a:moveTo>
                <a:cubicBezTo>
                  <a:pt x="6367" y="0"/>
                  <a:pt x="5745" y="97"/>
                  <a:pt x="5462" y="302"/>
                </a:cubicBezTo>
                <a:cubicBezTo>
                  <a:pt x="5439" y="302"/>
                  <a:pt x="5416" y="302"/>
                  <a:pt x="5393" y="302"/>
                </a:cubicBezTo>
                <a:cubicBezTo>
                  <a:pt x="1116" y="302"/>
                  <a:pt x="1" y="5785"/>
                  <a:pt x="370" y="9035"/>
                </a:cubicBezTo>
                <a:cubicBezTo>
                  <a:pt x="734" y="12239"/>
                  <a:pt x="5348" y="13486"/>
                  <a:pt x="7931" y="13560"/>
                </a:cubicBezTo>
                <a:cubicBezTo>
                  <a:pt x="7975" y="13562"/>
                  <a:pt x="8020" y="13562"/>
                  <a:pt x="8064" y="13562"/>
                </a:cubicBezTo>
                <a:cubicBezTo>
                  <a:pt x="13120" y="13562"/>
                  <a:pt x="18826" y="5169"/>
                  <a:pt x="13911" y="1714"/>
                </a:cubicBezTo>
                <a:cubicBezTo>
                  <a:pt x="12377" y="637"/>
                  <a:pt x="9200" y="0"/>
                  <a:pt x="7161" y="0"/>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6"/>
          <p:cNvSpPr/>
          <p:nvPr/>
        </p:nvSpPr>
        <p:spPr>
          <a:xfrm flipH="1">
            <a:off x="4816263" y="1549200"/>
            <a:ext cx="1350837" cy="973145"/>
          </a:xfrm>
          <a:custGeom>
            <a:avLst/>
            <a:gdLst/>
            <a:ahLst/>
            <a:cxnLst/>
            <a:rect l="l" t="t" r="r" b="b"/>
            <a:pathLst>
              <a:path w="18827" h="13563" extrusionOk="0">
                <a:moveTo>
                  <a:pt x="7161" y="0"/>
                </a:moveTo>
                <a:cubicBezTo>
                  <a:pt x="6367" y="0"/>
                  <a:pt x="5745" y="97"/>
                  <a:pt x="5462" y="302"/>
                </a:cubicBezTo>
                <a:cubicBezTo>
                  <a:pt x="5439" y="302"/>
                  <a:pt x="5416" y="302"/>
                  <a:pt x="5393" y="302"/>
                </a:cubicBezTo>
                <a:cubicBezTo>
                  <a:pt x="1116" y="302"/>
                  <a:pt x="1" y="5785"/>
                  <a:pt x="370" y="9035"/>
                </a:cubicBezTo>
                <a:cubicBezTo>
                  <a:pt x="734" y="12239"/>
                  <a:pt x="5348" y="13486"/>
                  <a:pt x="7931" y="13560"/>
                </a:cubicBezTo>
                <a:cubicBezTo>
                  <a:pt x="7975" y="13562"/>
                  <a:pt x="8020" y="13562"/>
                  <a:pt x="8064" y="13562"/>
                </a:cubicBezTo>
                <a:cubicBezTo>
                  <a:pt x="13120" y="13562"/>
                  <a:pt x="18826" y="5169"/>
                  <a:pt x="13911" y="1714"/>
                </a:cubicBezTo>
                <a:cubicBezTo>
                  <a:pt x="12377" y="637"/>
                  <a:pt x="9200" y="0"/>
                  <a:pt x="7161" y="0"/>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6"/>
          <p:cNvSpPr/>
          <p:nvPr/>
        </p:nvSpPr>
        <p:spPr>
          <a:xfrm flipH="1">
            <a:off x="6912085" y="1489537"/>
            <a:ext cx="1162249" cy="1032817"/>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rgbClr val="8B5A34">
              <a:alpha val="13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6"/>
          <p:cNvSpPr/>
          <p:nvPr/>
        </p:nvSpPr>
        <p:spPr>
          <a:xfrm>
            <a:off x="3050700" y="1519363"/>
            <a:ext cx="1095097" cy="973144"/>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6"/>
          <p:cNvSpPr/>
          <p:nvPr/>
        </p:nvSpPr>
        <p:spPr>
          <a:xfrm rot="-10285603">
            <a:off x="7150321" y="-2266383"/>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6"/>
          <p:cNvSpPr/>
          <p:nvPr/>
        </p:nvSpPr>
        <p:spPr>
          <a:xfrm rot="649785">
            <a:off x="6848027" y="-2440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8B5A34">
              <a:alpha val="13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6"/>
          <p:cNvSpPr/>
          <p:nvPr/>
        </p:nvSpPr>
        <p:spPr>
          <a:xfrm rot="813319">
            <a:off x="-4299402" y="-47175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6"/>
          <p:cNvSpPr/>
          <p:nvPr/>
        </p:nvSpPr>
        <p:spPr>
          <a:xfrm rot="9089871">
            <a:off x="7049951" y="1893780"/>
            <a:ext cx="7826200" cy="287789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6"/>
          <p:cNvSpPr/>
          <p:nvPr/>
        </p:nvSpPr>
        <p:spPr>
          <a:xfrm rot="-576017">
            <a:off x="-4825529" y="-672274"/>
            <a:ext cx="7826074" cy="287784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6"/>
          <p:cNvSpPr txBox="1">
            <a:spLocks noGrp="1"/>
          </p:cNvSpPr>
          <p:nvPr>
            <p:ph type="title"/>
          </p:nvPr>
        </p:nvSpPr>
        <p:spPr>
          <a:xfrm>
            <a:off x="732775" y="2632300"/>
            <a:ext cx="1836000" cy="8373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38" name="Google Shape;138;p16"/>
          <p:cNvSpPr txBox="1">
            <a:spLocks noGrp="1"/>
          </p:cNvSpPr>
          <p:nvPr>
            <p:ph type="subTitle" idx="1"/>
          </p:nvPr>
        </p:nvSpPr>
        <p:spPr>
          <a:xfrm>
            <a:off x="732787" y="3511716"/>
            <a:ext cx="1836000" cy="837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39" name="Google Shape;139;p16"/>
          <p:cNvSpPr txBox="1">
            <a:spLocks noGrp="1"/>
          </p:cNvSpPr>
          <p:nvPr>
            <p:ph type="title" idx="2" hasCustomPrompt="1"/>
          </p:nvPr>
        </p:nvSpPr>
        <p:spPr>
          <a:xfrm>
            <a:off x="732776" y="1811839"/>
            <a:ext cx="18360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0" name="Google Shape;140;p16"/>
          <p:cNvSpPr txBox="1">
            <a:spLocks noGrp="1"/>
          </p:cNvSpPr>
          <p:nvPr>
            <p:ph type="title" idx="3"/>
          </p:nvPr>
        </p:nvSpPr>
        <p:spPr>
          <a:xfrm>
            <a:off x="2680250" y="2632300"/>
            <a:ext cx="1836000" cy="8373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41" name="Google Shape;141;p16"/>
          <p:cNvSpPr txBox="1">
            <a:spLocks noGrp="1"/>
          </p:cNvSpPr>
          <p:nvPr>
            <p:ph type="subTitle" idx="4"/>
          </p:nvPr>
        </p:nvSpPr>
        <p:spPr>
          <a:xfrm>
            <a:off x="2680262" y="3511716"/>
            <a:ext cx="1836000" cy="837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42" name="Google Shape;142;p16"/>
          <p:cNvSpPr txBox="1">
            <a:spLocks noGrp="1"/>
          </p:cNvSpPr>
          <p:nvPr>
            <p:ph type="title" idx="5"/>
          </p:nvPr>
        </p:nvSpPr>
        <p:spPr>
          <a:xfrm>
            <a:off x="4627725" y="2632300"/>
            <a:ext cx="1836000" cy="8373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43" name="Google Shape;143;p16"/>
          <p:cNvSpPr txBox="1">
            <a:spLocks noGrp="1"/>
          </p:cNvSpPr>
          <p:nvPr>
            <p:ph type="subTitle" idx="6"/>
          </p:nvPr>
        </p:nvSpPr>
        <p:spPr>
          <a:xfrm>
            <a:off x="4627737" y="3511716"/>
            <a:ext cx="1836000" cy="837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44" name="Google Shape;144;p16"/>
          <p:cNvSpPr txBox="1">
            <a:spLocks noGrp="1"/>
          </p:cNvSpPr>
          <p:nvPr>
            <p:ph type="title" idx="7"/>
          </p:nvPr>
        </p:nvSpPr>
        <p:spPr>
          <a:xfrm>
            <a:off x="6575200" y="2632300"/>
            <a:ext cx="1836000" cy="8373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45" name="Google Shape;145;p16"/>
          <p:cNvSpPr txBox="1">
            <a:spLocks noGrp="1"/>
          </p:cNvSpPr>
          <p:nvPr>
            <p:ph type="subTitle" idx="8"/>
          </p:nvPr>
        </p:nvSpPr>
        <p:spPr>
          <a:xfrm>
            <a:off x="6575212" y="3511716"/>
            <a:ext cx="1836000" cy="837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46" name="Google Shape;146;p16"/>
          <p:cNvSpPr txBox="1">
            <a:spLocks noGrp="1"/>
          </p:cNvSpPr>
          <p:nvPr>
            <p:ph type="title" idx="9" hasCustomPrompt="1"/>
          </p:nvPr>
        </p:nvSpPr>
        <p:spPr>
          <a:xfrm>
            <a:off x="2680246" y="1811839"/>
            <a:ext cx="18360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7" name="Google Shape;147;p16"/>
          <p:cNvSpPr txBox="1">
            <a:spLocks noGrp="1"/>
          </p:cNvSpPr>
          <p:nvPr>
            <p:ph type="title" idx="13" hasCustomPrompt="1"/>
          </p:nvPr>
        </p:nvSpPr>
        <p:spPr>
          <a:xfrm>
            <a:off x="4627721" y="1811839"/>
            <a:ext cx="18360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8" name="Google Shape;148;p16"/>
          <p:cNvSpPr txBox="1">
            <a:spLocks noGrp="1"/>
          </p:cNvSpPr>
          <p:nvPr>
            <p:ph type="title" idx="14" hasCustomPrompt="1"/>
          </p:nvPr>
        </p:nvSpPr>
        <p:spPr>
          <a:xfrm>
            <a:off x="6575196" y="1811839"/>
            <a:ext cx="18360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9" name="Google Shape;149;p16"/>
          <p:cNvSpPr txBox="1">
            <a:spLocks noGrp="1"/>
          </p:cNvSpPr>
          <p:nvPr>
            <p:ph type="title" idx="15"/>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able of contents 1">
  <p:cSld name="CUSTOM_17">
    <p:spTree>
      <p:nvGrpSpPr>
        <p:cNvPr id="1" name="Shape 150"/>
        <p:cNvGrpSpPr/>
        <p:nvPr/>
      </p:nvGrpSpPr>
      <p:grpSpPr>
        <a:xfrm>
          <a:off x="0" y="0"/>
          <a:ext cx="0" cy="0"/>
          <a:chOff x="0" y="0"/>
          <a:chExt cx="0" cy="0"/>
        </a:xfrm>
      </p:grpSpPr>
      <p:sp>
        <p:nvSpPr>
          <p:cNvPr id="151" name="Google Shape;151;p17"/>
          <p:cNvSpPr/>
          <p:nvPr/>
        </p:nvSpPr>
        <p:spPr>
          <a:xfrm rot="-9339447">
            <a:off x="7118442" y="3216520"/>
            <a:ext cx="7471555" cy="4771732"/>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7"/>
          <p:cNvSpPr/>
          <p:nvPr/>
        </p:nvSpPr>
        <p:spPr>
          <a:xfrm rot="10285603" flipH="1">
            <a:off x="-6088365" y="-1617883"/>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7"/>
          <p:cNvSpPr/>
          <p:nvPr/>
        </p:nvSpPr>
        <p:spPr>
          <a:xfrm rot="-649785" flipH="1">
            <a:off x="-1251909" y="-487200"/>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8B5A34">
              <a:alpha val="13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7"/>
          <p:cNvSpPr/>
          <p:nvPr/>
        </p:nvSpPr>
        <p:spPr>
          <a:xfrm rot="-813319" flipH="1">
            <a:off x="7653159" y="-3566398"/>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7"/>
          <p:cNvSpPr/>
          <p:nvPr/>
        </p:nvSpPr>
        <p:spPr>
          <a:xfrm rot="-9989847" flipH="1">
            <a:off x="-4910832" y="2960605"/>
            <a:ext cx="7826215" cy="2877900"/>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7"/>
          <p:cNvSpPr/>
          <p:nvPr/>
        </p:nvSpPr>
        <p:spPr>
          <a:xfrm rot="-323977" flipH="1">
            <a:off x="6050295" y="-977077"/>
            <a:ext cx="7826148" cy="2877876"/>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7"/>
          <p:cNvSpPr txBox="1">
            <a:spLocks noGrp="1"/>
          </p:cNvSpPr>
          <p:nvPr>
            <p:ph type="title"/>
          </p:nvPr>
        </p:nvSpPr>
        <p:spPr>
          <a:xfrm>
            <a:off x="1987675" y="1412700"/>
            <a:ext cx="2430000" cy="8373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58" name="Google Shape;158;p17"/>
          <p:cNvSpPr txBox="1">
            <a:spLocks noGrp="1"/>
          </p:cNvSpPr>
          <p:nvPr>
            <p:ph type="subTitle" idx="1"/>
          </p:nvPr>
        </p:nvSpPr>
        <p:spPr>
          <a:xfrm>
            <a:off x="1987700" y="2292125"/>
            <a:ext cx="2430000" cy="612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59" name="Google Shape;159;p17"/>
          <p:cNvSpPr txBox="1">
            <a:spLocks noGrp="1"/>
          </p:cNvSpPr>
          <p:nvPr>
            <p:ph type="title" idx="2" hasCustomPrompt="1"/>
          </p:nvPr>
        </p:nvSpPr>
        <p:spPr>
          <a:xfrm>
            <a:off x="845800" y="1888050"/>
            <a:ext cx="812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0" name="Google Shape;160;p17"/>
          <p:cNvSpPr txBox="1">
            <a:spLocks noGrp="1"/>
          </p:cNvSpPr>
          <p:nvPr>
            <p:ph type="title" idx="3"/>
          </p:nvPr>
        </p:nvSpPr>
        <p:spPr>
          <a:xfrm>
            <a:off x="1928100" y="3162748"/>
            <a:ext cx="2430000" cy="8373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1" name="Google Shape;161;p17"/>
          <p:cNvSpPr txBox="1">
            <a:spLocks noGrp="1"/>
          </p:cNvSpPr>
          <p:nvPr>
            <p:ph type="subTitle" idx="4"/>
          </p:nvPr>
        </p:nvSpPr>
        <p:spPr>
          <a:xfrm>
            <a:off x="1928125" y="4042172"/>
            <a:ext cx="2430000" cy="612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62" name="Google Shape;162;p17"/>
          <p:cNvSpPr txBox="1">
            <a:spLocks noGrp="1"/>
          </p:cNvSpPr>
          <p:nvPr>
            <p:ph type="title" idx="5"/>
          </p:nvPr>
        </p:nvSpPr>
        <p:spPr>
          <a:xfrm>
            <a:off x="6000750" y="1412688"/>
            <a:ext cx="2430000" cy="8373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3" name="Google Shape;163;p17"/>
          <p:cNvSpPr txBox="1">
            <a:spLocks noGrp="1"/>
          </p:cNvSpPr>
          <p:nvPr>
            <p:ph type="subTitle" idx="6"/>
          </p:nvPr>
        </p:nvSpPr>
        <p:spPr>
          <a:xfrm>
            <a:off x="6000775" y="2292102"/>
            <a:ext cx="2430000" cy="612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64" name="Google Shape;164;p17"/>
          <p:cNvSpPr txBox="1">
            <a:spLocks noGrp="1"/>
          </p:cNvSpPr>
          <p:nvPr>
            <p:ph type="title" idx="7"/>
          </p:nvPr>
        </p:nvSpPr>
        <p:spPr>
          <a:xfrm>
            <a:off x="5981196" y="3162738"/>
            <a:ext cx="2430000" cy="8373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5" name="Google Shape;165;p17"/>
          <p:cNvSpPr txBox="1">
            <a:spLocks noGrp="1"/>
          </p:cNvSpPr>
          <p:nvPr>
            <p:ph type="subTitle" idx="8"/>
          </p:nvPr>
        </p:nvSpPr>
        <p:spPr>
          <a:xfrm>
            <a:off x="5981200" y="4042161"/>
            <a:ext cx="2430000" cy="612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166" name="Google Shape;166;p17"/>
          <p:cNvSpPr txBox="1">
            <a:spLocks noGrp="1"/>
          </p:cNvSpPr>
          <p:nvPr>
            <p:ph type="title" idx="9" hasCustomPrompt="1"/>
          </p:nvPr>
        </p:nvSpPr>
        <p:spPr>
          <a:xfrm>
            <a:off x="845798" y="3644250"/>
            <a:ext cx="812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7" name="Google Shape;167;p17"/>
          <p:cNvSpPr txBox="1">
            <a:spLocks noGrp="1"/>
          </p:cNvSpPr>
          <p:nvPr>
            <p:ph type="title" idx="13" hasCustomPrompt="1"/>
          </p:nvPr>
        </p:nvSpPr>
        <p:spPr>
          <a:xfrm>
            <a:off x="4895098" y="1888050"/>
            <a:ext cx="812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8" name="Google Shape;168;p17"/>
          <p:cNvSpPr txBox="1">
            <a:spLocks noGrp="1"/>
          </p:cNvSpPr>
          <p:nvPr>
            <p:ph type="title" idx="14" hasCustomPrompt="1"/>
          </p:nvPr>
        </p:nvSpPr>
        <p:spPr>
          <a:xfrm>
            <a:off x="4895098" y="3644250"/>
            <a:ext cx="812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9" name="Google Shape;169;p17"/>
          <p:cNvSpPr txBox="1">
            <a:spLocks noGrp="1"/>
          </p:cNvSpPr>
          <p:nvPr>
            <p:ph type="title" idx="15"/>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70"/>
        <p:cNvGrpSpPr/>
        <p:nvPr/>
      </p:nvGrpSpPr>
      <p:grpSpPr>
        <a:xfrm>
          <a:off x="0" y="0"/>
          <a:ext cx="0" cy="0"/>
          <a:chOff x="0" y="0"/>
          <a:chExt cx="0" cy="0"/>
        </a:xfrm>
      </p:grpSpPr>
      <p:sp>
        <p:nvSpPr>
          <p:cNvPr id="171" name="Google Shape;171;p18"/>
          <p:cNvSpPr txBox="1">
            <a:spLocks noGrp="1"/>
          </p:cNvSpPr>
          <p:nvPr>
            <p:ph type="title"/>
          </p:nvPr>
        </p:nvSpPr>
        <p:spPr>
          <a:xfrm>
            <a:off x="723300" y="3402013"/>
            <a:ext cx="3848700" cy="5319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sz="25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72" name="Google Shape;172;p18"/>
          <p:cNvSpPr txBox="1">
            <a:spLocks noGrp="1"/>
          </p:cNvSpPr>
          <p:nvPr>
            <p:ph type="subTitle" idx="1"/>
          </p:nvPr>
        </p:nvSpPr>
        <p:spPr>
          <a:xfrm>
            <a:off x="723350" y="822500"/>
            <a:ext cx="4902000" cy="2078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3000"/>
              <a:buNone/>
              <a:defRPr sz="25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Quote 1">
  <p:cSld name="CUSTOM_32">
    <p:spTree>
      <p:nvGrpSpPr>
        <p:cNvPr id="1" name="Shape 173"/>
        <p:cNvGrpSpPr/>
        <p:nvPr/>
      </p:nvGrpSpPr>
      <p:grpSpPr>
        <a:xfrm>
          <a:off x="0" y="0"/>
          <a:ext cx="0" cy="0"/>
          <a:chOff x="0" y="0"/>
          <a:chExt cx="0" cy="0"/>
        </a:xfrm>
      </p:grpSpPr>
      <p:sp>
        <p:nvSpPr>
          <p:cNvPr id="174" name="Google Shape;174;p19"/>
          <p:cNvSpPr/>
          <p:nvPr/>
        </p:nvSpPr>
        <p:spPr>
          <a:xfrm rot="-7269862" flipH="1">
            <a:off x="1986429" y="-4605738"/>
            <a:ext cx="7471639" cy="4771786"/>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9"/>
          <p:cNvSpPr/>
          <p:nvPr/>
        </p:nvSpPr>
        <p:spPr>
          <a:xfrm rot="-10558870">
            <a:off x="5522782" y="-185325"/>
            <a:ext cx="6402110" cy="5689154"/>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66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9"/>
          <p:cNvSpPr/>
          <p:nvPr/>
        </p:nvSpPr>
        <p:spPr>
          <a:xfrm rot="6189239">
            <a:off x="4325710" y="1085979"/>
            <a:ext cx="7825966" cy="2877809"/>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9"/>
          <p:cNvSpPr/>
          <p:nvPr/>
        </p:nvSpPr>
        <p:spPr>
          <a:xfrm rot="514371">
            <a:off x="-5180633" y="-979678"/>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9"/>
          <p:cNvSpPr/>
          <p:nvPr/>
        </p:nvSpPr>
        <p:spPr>
          <a:xfrm rot="2141143">
            <a:off x="-1290068" y="-2916503"/>
            <a:ext cx="5766686" cy="3682912"/>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9"/>
          <p:cNvSpPr/>
          <p:nvPr/>
        </p:nvSpPr>
        <p:spPr>
          <a:xfrm rot="10800000">
            <a:off x="-126965" y="3402013"/>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9"/>
          <p:cNvSpPr/>
          <p:nvPr/>
        </p:nvSpPr>
        <p:spPr>
          <a:xfrm rot="-7948588">
            <a:off x="-5205140" y="1519073"/>
            <a:ext cx="8200910" cy="3015686"/>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9"/>
          <p:cNvSpPr txBox="1">
            <a:spLocks noGrp="1"/>
          </p:cNvSpPr>
          <p:nvPr>
            <p:ph type="title"/>
          </p:nvPr>
        </p:nvSpPr>
        <p:spPr>
          <a:xfrm>
            <a:off x="2064826" y="3261285"/>
            <a:ext cx="5014500" cy="5319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25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82" name="Google Shape;182;p19"/>
          <p:cNvSpPr txBox="1">
            <a:spLocks noGrp="1"/>
          </p:cNvSpPr>
          <p:nvPr>
            <p:ph type="subTitle" idx="1"/>
          </p:nvPr>
        </p:nvSpPr>
        <p:spPr>
          <a:xfrm>
            <a:off x="1378650" y="1348062"/>
            <a:ext cx="6386700" cy="1411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3000"/>
              <a:buNone/>
              <a:defRPr sz="25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1">
  <p:cSld name="CUSTOM_16">
    <p:spTree>
      <p:nvGrpSpPr>
        <p:cNvPr id="1" name="Shape 183"/>
        <p:cNvGrpSpPr/>
        <p:nvPr/>
      </p:nvGrpSpPr>
      <p:grpSpPr>
        <a:xfrm>
          <a:off x="0" y="0"/>
          <a:ext cx="0" cy="0"/>
          <a:chOff x="0" y="0"/>
          <a:chExt cx="0" cy="0"/>
        </a:xfrm>
      </p:grpSpPr>
      <p:sp>
        <p:nvSpPr>
          <p:cNvPr id="184" name="Google Shape;184;p20"/>
          <p:cNvSpPr/>
          <p:nvPr/>
        </p:nvSpPr>
        <p:spPr>
          <a:xfrm rot="-3394465">
            <a:off x="-2929870" y="34332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0"/>
          <p:cNvSpPr/>
          <p:nvPr/>
        </p:nvSpPr>
        <p:spPr>
          <a:xfrm flipH="1">
            <a:off x="-4081962" y="-12434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0"/>
          <p:cNvSpPr/>
          <p:nvPr/>
        </p:nvSpPr>
        <p:spPr>
          <a:xfrm rot="-3952094" flipH="1">
            <a:off x="-3954406" y="-32116"/>
            <a:ext cx="7826127" cy="287786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0"/>
          <p:cNvSpPr/>
          <p:nvPr/>
        </p:nvSpPr>
        <p:spPr>
          <a:xfrm rot="649760">
            <a:off x="-3199069" y="-713258"/>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0"/>
          <p:cNvSpPr/>
          <p:nvPr/>
        </p:nvSpPr>
        <p:spPr>
          <a:xfrm rot="-813319" flipH="1">
            <a:off x="4926200" y="-30743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0"/>
          <p:cNvSpPr/>
          <p:nvPr/>
        </p:nvSpPr>
        <p:spPr>
          <a:xfrm rot="10285603" flipH="1">
            <a:off x="6080701" y="3752842"/>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0"/>
          <p:cNvSpPr/>
          <p:nvPr/>
        </p:nvSpPr>
        <p:spPr>
          <a:xfrm rot="7426355" flipH="1">
            <a:off x="6582052" y="1132830"/>
            <a:ext cx="7826046" cy="287783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0"/>
          <p:cNvSpPr txBox="1">
            <a:spLocks noGrp="1"/>
          </p:cNvSpPr>
          <p:nvPr>
            <p:ph type="title"/>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2">
  <p:cSld name="CUSTOM_26">
    <p:spTree>
      <p:nvGrpSpPr>
        <p:cNvPr id="1" name="Shape 192"/>
        <p:cNvGrpSpPr/>
        <p:nvPr/>
      </p:nvGrpSpPr>
      <p:grpSpPr>
        <a:xfrm>
          <a:off x="0" y="0"/>
          <a:ext cx="0" cy="0"/>
          <a:chOff x="0" y="0"/>
          <a:chExt cx="0" cy="0"/>
        </a:xfrm>
      </p:grpSpPr>
      <p:sp>
        <p:nvSpPr>
          <p:cNvPr id="193" name="Google Shape;193;p21"/>
          <p:cNvSpPr/>
          <p:nvPr/>
        </p:nvSpPr>
        <p:spPr>
          <a:xfrm rot="-3394465">
            <a:off x="-3638445" y="4611893"/>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1"/>
          <p:cNvSpPr/>
          <p:nvPr/>
        </p:nvSpPr>
        <p:spPr>
          <a:xfrm flipH="1">
            <a:off x="-5015862" y="-4052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1"/>
          <p:cNvSpPr/>
          <p:nvPr/>
        </p:nvSpPr>
        <p:spPr>
          <a:xfrm rot="-3052073" flipH="1">
            <a:off x="-4888312" y="1110880"/>
            <a:ext cx="7826119" cy="287786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1"/>
          <p:cNvSpPr/>
          <p:nvPr/>
        </p:nvSpPr>
        <p:spPr>
          <a:xfrm rot="649760">
            <a:off x="-4262669" y="1892117"/>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1"/>
          <p:cNvSpPr/>
          <p:nvPr/>
        </p:nvSpPr>
        <p:spPr>
          <a:xfrm rot="-813319" flipH="1">
            <a:off x="4754300" y="-2305086"/>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1"/>
          <p:cNvSpPr/>
          <p:nvPr/>
        </p:nvSpPr>
        <p:spPr>
          <a:xfrm rot="10285603" flipH="1">
            <a:off x="4790126" y="3666917"/>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1"/>
          <p:cNvSpPr/>
          <p:nvPr/>
        </p:nvSpPr>
        <p:spPr>
          <a:xfrm rot="4726292" flipH="1">
            <a:off x="5414633" y="2626082"/>
            <a:ext cx="7826019" cy="287782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1"/>
          <p:cNvSpPr txBox="1">
            <a:spLocks noGrp="1"/>
          </p:cNvSpPr>
          <p:nvPr>
            <p:ph type="title"/>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3">
  <p:cSld name="CUSTOM_33">
    <p:spTree>
      <p:nvGrpSpPr>
        <p:cNvPr id="1" name="Shape 201"/>
        <p:cNvGrpSpPr/>
        <p:nvPr/>
      </p:nvGrpSpPr>
      <p:grpSpPr>
        <a:xfrm>
          <a:off x="0" y="0"/>
          <a:ext cx="0" cy="0"/>
          <a:chOff x="0" y="0"/>
          <a:chExt cx="0" cy="0"/>
        </a:xfrm>
      </p:grpSpPr>
      <p:sp>
        <p:nvSpPr>
          <p:cNvPr id="202" name="Google Shape;202;p22"/>
          <p:cNvSpPr txBox="1">
            <a:spLocks noGrp="1"/>
          </p:cNvSpPr>
          <p:nvPr>
            <p:ph type="title"/>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p:cSld name="CUSTOM_15">
    <p:spTree>
      <p:nvGrpSpPr>
        <p:cNvPr id="1" name="Shape 203"/>
        <p:cNvGrpSpPr/>
        <p:nvPr/>
      </p:nvGrpSpPr>
      <p:grpSpPr>
        <a:xfrm>
          <a:off x="0" y="0"/>
          <a:ext cx="0" cy="0"/>
          <a:chOff x="0" y="0"/>
          <a:chExt cx="0" cy="0"/>
        </a:xfrm>
      </p:grpSpPr>
      <p:sp>
        <p:nvSpPr>
          <p:cNvPr id="204" name="Google Shape;204;p23"/>
          <p:cNvSpPr/>
          <p:nvPr/>
        </p:nvSpPr>
        <p:spPr>
          <a:xfrm rot="-10285629">
            <a:off x="5066449" y="-212437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3"/>
          <p:cNvSpPr/>
          <p:nvPr/>
        </p:nvSpPr>
        <p:spPr>
          <a:xfrm flipH="1">
            <a:off x="7942003" y="1004988"/>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3"/>
          <p:cNvSpPr/>
          <p:nvPr/>
        </p:nvSpPr>
        <p:spPr>
          <a:xfrm rot="2839443">
            <a:off x="-308418" y="2442034"/>
            <a:ext cx="6402141" cy="5689181"/>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3"/>
          <p:cNvSpPr/>
          <p:nvPr/>
        </p:nvSpPr>
        <p:spPr>
          <a:xfrm rot="9405665">
            <a:off x="-4305365" y="1281181"/>
            <a:ext cx="7310152" cy="6849835"/>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3"/>
          <p:cNvSpPr/>
          <p:nvPr/>
        </p:nvSpPr>
        <p:spPr>
          <a:xfrm rot="-1478505">
            <a:off x="-2334601" y="-1000036"/>
            <a:ext cx="7826136" cy="2877871"/>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3"/>
          <p:cNvSpPr/>
          <p:nvPr/>
        </p:nvSpPr>
        <p:spPr>
          <a:xfrm rot="9555841" flipH="1">
            <a:off x="7023452" y="1808506"/>
            <a:ext cx="8200942" cy="301569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3"/>
          <p:cNvSpPr txBox="1">
            <a:spLocks noGrp="1"/>
          </p:cNvSpPr>
          <p:nvPr>
            <p:ph type="title"/>
          </p:nvPr>
        </p:nvSpPr>
        <p:spPr>
          <a:xfrm>
            <a:off x="1749775" y="1339400"/>
            <a:ext cx="5644500" cy="1535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800"/>
              <a:buNone/>
              <a:defRPr sz="112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11" name="Google Shape;211;p23"/>
          <p:cNvSpPr txBox="1">
            <a:spLocks noGrp="1"/>
          </p:cNvSpPr>
          <p:nvPr>
            <p:ph type="subTitle" idx="1"/>
          </p:nvPr>
        </p:nvSpPr>
        <p:spPr>
          <a:xfrm>
            <a:off x="2153800" y="2874400"/>
            <a:ext cx="4836900" cy="929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ext 1">
  <p:cSld name="CUSTOM_13">
    <p:spTree>
      <p:nvGrpSpPr>
        <p:cNvPr id="1" name="Shape 212"/>
        <p:cNvGrpSpPr/>
        <p:nvPr/>
      </p:nvGrpSpPr>
      <p:grpSpPr>
        <a:xfrm>
          <a:off x="0" y="0"/>
          <a:ext cx="0" cy="0"/>
          <a:chOff x="0" y="0"/>
          <a:chExt cx="0" cy="0"/>
        </a:xfrm>
      </p:grpSpPr>
      <p:sp>
        <p:nvSpPr>
          <p:cNvPr id="213" name="Google Shape;213;p24"/>
          <p:cNvSpPr/>
          <p:nvPr/>
        </p:nvSpPr>
        <p:spPr>
          <a:xfrm rot="4102360" flipH="1">
            <a:off x="-2758583" y="4129685"/>
            <a:ext cx="7471578" cy="47717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4"/>
          <p:cNvSpPr/>
          <p:nvPr/>
        </p:nvSpPr>
        <p:spPr>
          <a:xfrm rot="813319">
            <a:off x="-4313552" y="-17370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4"/>
          <p:cNvSpPr txBox="1">
            <a:spLocks noGrp="1"/>
          </p:cNvSpPr>
          <p:nvPr>
            <p:ph type="subTitle" idx="1"/>
          </p:nvPr>
        </p:nvSpPr>
        <p:spPr>
          <a:xfrm>
            <a:off x="723300" y="3021075"/>
            <a:ext cx="3394200" cy="1135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216" name="Google Shape;216;p24"/>
          <p:cNvSpPr txBox="1">
            <a:spLocks noGrp="1"/>
          </p:cNvSpPr>
          <p:nvPr>
            <p:ph type="title"/>
          </p:nvPr>
        </p:nvSpPr>
        <p:spPr>
          <a:xfrm flipH="1">
            <a:off x="719825" y="986925"/>
            <a:ext cx="2888400" cy="19173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ext 2">
  <p:cSld name="CUSTOM_4">
    <p:spTree>
      <p:nvGrpSpPr>
        <p:cNvPr id="1" name="Shape 217"/>
        <p:cNvGrpSpPr/>
        <p:nvPr/>
      </p:nvGrpSpPr>
      <p:grpSpPr>
        <a:xfrm>
          <a:off x="0" y="0"/>
          <a:ext cx="0" cy="0"/>
          <a:chOff x="0" y="0"/>
          <a:chExt cx="0" cy="0"/>
        </a:xfrm>
      </p:grpSpPr>
      <p:sp>
        <p:nvSpPr>
          <p:cNvPr id="218" name="Google Shape;218;p25"/>
          <p:cNvSpPr/>
          <p:nvPr/>
        </p:nvSpPr>
        <p:spPr>
          <a:xfrm rot="-10285629">
            <a:off x="4140874" y="-201512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5"/>
          <p:cNvSpPr/>
          <p:nvPr/>
        </p:nvSpPr>
        <p:spPr>
          <a:xfrm rot="4102346" flipH="1">
            <a:off x="-2270967" y="3805847"/>
            <a:ext cx="9416338" cy="601377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5"/>
          <p:cNvSpPr/>
          <p:nvPr/>
        </p:nvSpPr>
        <p:spPr>
          <a:xfrm rot="813319">
            <a:off x="-3580677" y="-14257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5"/>
          <p:cNvSpPr/>
          <p:nvPr/>
        </p:nvSpPr>
        <p:spPr>
          <a:xfrm>
            <a:off x="3065327" y="-42009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5"/>
          <p:cNvSpPr txBox="1">
            <a:spLocks noGrp="1"/>
          </p:cNvSpPr>
          <p:nvPr>
            <p:ph type="subTitle" idx="1"/>
          </p:nvPr>
        </p:nvSpPr>
        <p:spPr>
          <a:xfrm>
            <a:off x="723300" y="2291463"/>
            <a:ext cx="3035100" cy="1388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223" name="Google Shape;223;p25"/>
          <p:cNvSpPr txBox="1">
            <a:spLocks noGrp="1"/>
          </p:cNvSpPr>
          <p:nvPr>
            <p:ph type="title"/>
          </p:nvPr>
        </p:nvSpPr>
        <p:spPr>
          <a:xfrm flipH="1">
            <a:off x="719825" y="1463638"/>
            <a:ext cx="3035100" cy="7110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24" name="Google Shape;224;p25"/>
          <p:cNvSpPr/>
          <p:nvPr/>
        </p:nvSpPr>
        <p:spPr>
          <a:xfrm rot="-649760" flipH="1">
            <a:off x="-3395808" y="4514617"/>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ext 3">
  <p:cSld name="CUSTOM_18">
    <p:spTree>
      <p:nvGrpSpPr>
        <p:cNvPr id="1" name="Shape 225"/>
        <p:cNvGrpSpPr/>
        <p:nvPr/>
      </p:nvGrpSpPr>
      <p:grpSpPr>
        <a:xfrm>
          <a:off x="0" y="0"/>
          <a:ext cx="0" cy="0"/>
          <a:chOff x="0" y="0"/>
          <a:chExt cx="0" cy="0"/>
        </a:xfrm>
      </p:grpSpPr>
      <p:sp>
        <p:nvSpPr>
          <p:cNvPr id="226" name="Google Shape;226;p26"/>
          <p:cNvSpPr/>
          <p:nvPr/>
        </p:nvSpPr>
        <p:spPr>
          <a:xfrm rot="-3394465">
            <a:off x="-4398774" y="4211443"/>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6"/>
          <p:cNvSpPr/>
          <p:nvPr/>
        </p:nvSpPr>
        <p:spPr>
          <a:xfrm flipH="1">
            <a:off x="-5015841" y="-12434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6"/>
          <p:cNvSpPr/>
          <p:nvPr/>
        </p:nvSpPr>
        <p:spPr>
          <a:xfrm rot="-3952094" flipH="1">
            <a:off x="-4776410" y="665034"/>
            <a:ext cx="7826127" cy="287786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6"/>
          <p:cNvSpPr/>
          <p:nvPr/>
        </p:nvSpPr>
        <p:spPr>
          <a:xfrm rot="649760">
            <a:off x="-4213998" y="535117"/>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6"/>
          <p:cNvSpPr/>
          <p:nvPr/>
        </p:nvSpPr>
        <p:spPr>
          <a:xfrm rot="-813319" flipH="1">
            <a:off x="4527346" y="-3414798"/>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6"/>
          <p:cNvSpPr/>
          <p:nvPr/>
        </p:nvSpPr>
        <p:spPr>
          <a:xfrm rot="10285603" flipH="1">
            <a:off x="4806347" y="3363742"/>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6"/>
          <p:cNvSpPr/>
          <p:nvPr/>
        </p:nvSpPr>
        <p:spPr>
          <a:xfrm rot="5626330" flipH="1">
            <a:off x="3918525" y="675664"/>
            <a:ext cx="7826010" cy="287782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6"/>
          <p:cNvSpPr txBox="1">
            <a:spLocks noGrp="1"/>
          </p:cNvSpPr>
          <p:nvPr>
            <p:ph type="body" idx="1"/>
          </p:nvPr>
        </p:nvSpPr>
        <p:spPr>
          <a:xfrm>
            <a:off x="1514900" y="1868725"/>
            <a:ext cx="3850500" cy="2352600"/>
          </a:xfrm>
          <a:prstGeom prst="rect">
            <a:avLst/>
          </a:prstGeom>
        </p:spPr>
        <p:txBody>
          <a:bodyPr spcFirstLastPara="1" wrap="square" lIns="91425" tIns="91425" rIns="91425" bIns="91425" anchor="ctr" anchorCtr="0">
            <a:noAutofit/>
          </a:bodyPr>
          <a:lstStyle>
            <a:lvl1pPr marL="457200" lvl="0" indent="-330200" rtl="0">
              <a:lnSpc>
                <a:spcPct val="100000"/>
              </a:lnSpc>
              <a:spcBef>
                <a:spcPts val="0"/>
              </a:spcBef>
              <a:spcAft>
                <a:spcPts val="0"/>
              </a:spcAft>
              <a:buSzPts val="1600"/>
              <a:buFont typeface="Nunito Light"/>
              <a:buChar char="●"/>
              <a:defRPr sz="1400"/>
            </a:lvl1pPr>
            <a:lvl2pPr marL="914400" lvl="1" indent="-330200" rtl="0">
              <a:lnSpc>
                <a:spcPct val="100000"/>
              </a:lnSpc>
              <a:spcBef>
                <a:spcPts val="0"/>
              </a:spcBef>
              <a:spcAft>
                <a:spcPts val="0"/>
              </a:spcAft>
              <a:buSzPts val="1600"/>
              <a:buFont typeface="Nunito Light"/>
              <a:buChar char="○"/>
              <a:defRPr/>
            </a:lvl2pPr>
            <a:lvl3pPr marL="1371600" lvl="2" indent="-323850" rtl="0">
              <a:lnSpc>
                <a:spcPct val="100000"/>
              </a:lnSpc>
              <a:spcBef>
                <a:spcPts val="1600"/>
              </a:spcBef>
              <a:spcAft>
                <a:spcPts val="0"/>
              </a:spcAft>
              <a:buSzPts val="1500"/>
              <a:buFont typeface="Nunito Light"/>
              <a:buChar char="■"/>
              <a:defRPr/>
            </a:lvl3pPr>
            <a:lvl4pPr marL="1828800" lvl="3" indent="-323850" rtl="0">
              <a:lnSpc>
                <a:spcPct val="100000"/>
              </a:lnSpc>
              <a:spcBef>
                <a:spcPts val="1600"/>
              </a:spcBef>
              <a:spcAft>
                <a:spcPts val="0"/>
              </a:spcAft>
              <a:buSzPts val="1500"/>
              <a:buFont typeface="Nunito Light"/>
              <a:buChar char="●"/>
              <a:defRPr/>
            </a:lvl4pPr>
            <a:lvl5pPr marL="2286000" lvl="4" indent="-330200" rtl="0">
              <a:lnSpc>
                <a:spcPct val="100000"/>
              </a:lnSpc>
              <a:spcBef>
                <a:spcPts val="1600"/>
              </a:spcBef>
              <a:spcAft>
                <a:spcPts val="0"/>
              </a:spcAft>
              <a:buSzPts val="1600"/>
              <a:buFont typeface="Nunito Light"/>
              <a:buChar char="○"/>
              <a:defRPr/>
            </a:lvl5pPr>
            <a:lvl6pPr marL="2743200" lvl="5" indent="-330200" rtl="0">
              <a:lnSpc>
                <a:spcPct val="100000"/>
              </a:lnSpc>
              <a:spcBef>
                <a:spcPts val="1600"/>
              </a:spcBef>
              <a:spcAft>
                <a:spcPts val="0"/>
              </a:spcAft>
              <a:buSzPts val="1600"/>
              <a:buFont typeface="Nunito Light"/>
              <a:buChar char="■"/>
              <a:defRPr/>
            </a:lvl6pPr>
            <a:lvl7pPr marL="3200400" lvl="6" indent="-311150" rtl="0">
              <a:lnSpc>
                <a:spcPct val="100000"/>
              </a:lnSpc>
              <a:spcBef>
                <a:spcPts val="1600"/>
              </a:spcBef>
              <a:spcAft>
                <a:spcPts val="0"/>
              </a:spcAft>
              <a:buSzPts val="1300"/>
              <a:buFont typeface="Nunito Light"/>
              <a:buChar char="●"/>
              <a:defRPr/>
            </a:lvl7pPr>
            <a:lvl8pPr marL="3657600" lvl="7" indent="-311150" rtl="0">
              <a:lnSpc>
                <a:spcPct val="100000"/>
              </a:lnSpc>
              <a:spcBef>
                <a:spcPts val="1600"/>
              </a:spcBef>
              <a:spcAft>
                <a:spcPts val="0"/>
              </a:spcAft>
              <a:buSzPts val="1300"/>
              <a:buFont typeface="Nunito Light"/>
              <a:buChar char="○"/>
              <a:defRPr/>
            </a:lvl8pPr>
            <a:lvl9pPr marL="4114800" lvl="8" indent="-330200" rtl="0">
              <a:lnSpc>
                <a:spcPct val="100000"/>
              </a:lnSpc>
              <a:spcBef>
                <a:spcPts val="1600"/>
              </a:spcBef>
              <a:spcAft>
                <a:spcPts val="1600"/>
              </a:spcAft>
              <a:buSzPts val="1600"/>
              <a:buFont typeface="Nunito Light"/>
              <a:buChar char="■"/>
              <a:defRPr/>
            </a:lvl9pPr>
          </a:lstStyle>
          <a:p>
            <a:endParaRPr/>
          </a:p>
        </p:txBody>
      </p:sp>
      <p:sp>
        <p:nvSpPr>
          <p:cNvPr id="234" name="Google Shape;234;p26"/>
          <p:cNvSpPr txBox="1">
            <a:spLocks noGrp="1"/>
          </p:cNvSpPr>
          <p:nvPr>
            <p:ph type="title"/>
          </p:nvPr>
        </p:nvSpPr>
        <p:spPr>
          <a:xfrm>
            <a:off x="1514900" y="922175"/>
            <a:ext cx="4812300" cy="9003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5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ext 4">
  <p:cSld name="CUSTOM_23">
    <p:spTree>
      <p:nvGrpSpPr>
        <p:cNvPr id="1" name="Shape 235"/>
        <p:cNvGrpSpPr/>
        <p:nvPr/>
      </p:nvGrpSpPr>
      <p:grpSpPr>
        <a:xfrm>
          <a:off x="0" y="0"/>
          <a:ext cx="0" cy="0"/>
          <a:chOff x="0" y="0"/>
          <a:chExt cx="0" cy="0"/>
        </a:xfrm>
      </p:grpSpPr>
      <p:sp>
        <p:nvSpPr>
          <p:cNvPr id="236" name="Google Shape;236;p27"/>
          <p:cNvSpPr/>
          <p:nvPr/>
        </p:nvSpPr>
        <p:spPr>
          <a:xfrm rot="7585667" flipH="1">
            <a:off x="-5466599" y="794591"/>
            <a:ext cx="9471614" cy="6049076"/>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7"/>
          <p:cNvSpPr/>
          <p:nvPr/>
        </p:nvSpPr>
        <p:spPr>
          <a:xfrm rot="-5902333">
            <a:off x="3975367" y="2957142"/>
            <a:ext cx="9416513" cy="6013886"/>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7"/>
          <p:cNvSpPr/>
          <p:nvPr/>
        </p:nvSpPr>
        <p:spPr>
          <a:xfrm rot="-2613329" flipH="1">
            <a:off x="5160201" y="-3949042"/>
            <a:ext cx="6402056" cy="5689105"/>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7"/>
          <p:cNvSpPr/>
          <p:nvPr/>
        </p:nvSpPr>
        <p:spPr>
          <a:xfrm rot="-2700000" flipH="1">
            <a:off x="-4428810" y="-2266646"/>
            <a:ext cx="7065482" cy="539636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7"/>
          <p:cNvSpPr txBox="1">
            <a:spLocks noGrp="1"/>
          </p:cNvSpPr>
          <p:nvPr>
            <p:ph type="subTitle" idx="1"/>
          </p:nvPr>
        </p:nvSpPr>
        <p:spPr>
          <a:xfrm>
            <a:off x="4959025" y="2291463"/>
            <a:ext cx="3035100" cy="1388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241" name="Google Shape;241;p27"/>
          <p:cNvSpPr txBox="1">
            <a:spLocks noGrp="1"/>
          </p:cNvSpPr>
          <p:nvPr>
            <p:ph type="title"/>
          </p:nvPr>
        </p:nvSpPr>
        <p:spPr>
          <a:xfrm flipH="1">
            <a:off x="4955550" y="1463638"/>
            <a:ext cx="3035100" cy="7110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42" name="Google Shape;242;p27"/>
          <p:cNvSpPr/>
          <p:nvPr/>
        </p:nvSpPr>
        <p:spPr>
          <a:xfrm rot="-1150203">
            <a:off x="7474328" y="896864"/>
            <a:ext cx="4974547" cy="149039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5">
  <p:cSld name="CUSTOM_25">
    <p:spTree>
      <p:nvGrpSpPr>
        <p:cNvPr id="1" name="Shape 243"/>
        <p:cNvGrpSpPr/>
        <p:nvPr/>
      </p:nvGrpSpPr>
      <p:grpSpPr>
        <a:xfrm>
          <a:off x="0" y="0"/>
          <a:ext cx="0" cy="0"/>
          <a:chOff x="0" y="0"/>
          <a:chExt cx="0" cy="0"/>
        </a:xfrm>
      </p:grpSpPr>
      <p:sp>
        <p:nvSpPr>
          <p:cNvPr id="244" name="Google Shape;244;p28"/>
          <p:cNvSpPr txBox="1">
            <a:spLocks noGrp="1"/>
          </p:cNvSpPr>
          <p:nvPr>
            <p:ph type="subTitle" idx="1"/>
          </p:nvPr>
        </p:nvSpPr>
        <p:spPr>
          <a:xfrm>
            <a:off x="4349577" y="2925675"/>
            <a:ext cx="4081200" cy="113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245" name="Google Shape;245;p28"/>
          <p:cNvSpPr txBox="1">
            <a:spLocks noGrp="1"/>
          </p:cNvSpPr>
          <p:nvPr>
            <p:ph type="title"/>
          </p:nvPr>
        </p:nvSpPr>
        <p:spPr>
          <a:xfrm flipH="1">
            <a:off x="4349575" y="1266675"/>
            <a:ext cx="4081200" cy="15423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46" name="Google Shape;246;p28"/>
          <p:cNvSpPr/>
          <p:nvPr/>
        </p:nvSpPr>
        <p:spPr>
          <a:xfrm rot="4102360" flipH="1">
            <a:off x="4431017" y="3716310"/>
            <a:ext cx="7471578" cy="47717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8"/>
          <p:cNvSpPr/>
          <p:nvPr/>
        </p:nvSpPr>
        <p:spPr>
          <a:xfrm rot="813319">
            <a:off x="4927123" y="-2579698"/>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6">
  <p:cSld name="CUSTOM_28">
    <p:spTree>
      <p:nvGrpSpPr>
        <p:cNvPr id="1" name="Shape 248"/>
        <p:cNvGrpSpPr/>
        <p:nvPr/>
      </p:nvGrpSpPr>
      <p:grpSpPr>
        <a:xfrm>
          <a:off x="0" y="0"/>
          <a:ext cx="0" cy="0"/>
          <a:chOff x="0" y="0"/>
          <a:chExt cx="0" cy="0"/>
        </a:xfrm>
      </p:grpSpPr>
      <p:sp>
        <p:nvSpPr>
          <p:cNvPr id="249" name="Google Shape;249;p29"/>
          <p:cNvSpPr/>
          <p:nvPr/>
        </p:nvSpPr>
        <p:spPr>
          <a:xfrm rot="3214333">
            <a:off x="-5499024" y="-2387504"/>
            <a:ext cx="9471614" cy="6049076"/>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9"/>
          <p:cNvSpPr/>
          <p:nvPr/>
        </p:nvSpPr>
        <p:spPr>
          <a:xfrm rot="-4897667" flipH="1">
            <a:off x="4234767" y="-2245089"/>
            <a:ext cx="9416513" cy="6013886"/>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9"/>
          <p:cNvSpPr/>
          <p:nvPr/>
        </p:nvSpPr>
        <p:spPr>
          <a:xfrm rot="-8186671">
            <a:off x="3376801" y="4110400"/>
            <a:ext cx="6402056" cy="5689105"/>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9"/>
          <p:cNvSpPr/>
          <p:nvPr/>
        </p:nvSpPr>
        <p:spPr>
          <a:xfrm rot="-8100000">
            <a:off x="-4461235" y="1326447"/>
            <a:ext cx="7065482" cy="539636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9"/>
          <p:cNvSpPr txBox="1">
            <a:spLocks noGrp="1"/>
          </p:cNvSpPr>
          <p:nvPr>
            <p:ph type="subTitle" idx="1"/>
          </p:nvPr>
        </p:nvSpPr>
        <p:spPr>
          <a:xfrm>
            <a:off x="1536900" y="2291463"/>
            <a:ext cx="3035100" cy="1388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254" name="Google Shape;254;p29"/>
          <p:cNvSpPr/>
          <p:nvPr/>
        </p:nvSpPr>
        <p:spPr>
          <a:xfrm rot="-9649797" flipH="1">
            <a:off x="6371853" y="4455308"/>
            <a:ext cx="4974547" cy="149039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9"/>
          <p:cNvSpPr txBox="1">
            <a:spLocks noGrp="1"/>
          </p:cNvSpPr>
          <p:nvPr>
            <p:ph type="title"/>
          </p:nvPr>
        </p:nvSpPr>
        <p:spPr>
          <a:xfrm>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ext 7">
  <p:cSld name="CUSTOM_38">
    <p:spTree>
      <p:nvGrpSpPr>
        <p:cNvPr id="1" name="Shape 256"/>
        <p:cNvGrpSpPr/>
        <p:nvPr/>
      </p:nvGrpSpPr>
      <p:grpSpPr>
        <a:xfrm>
          <a:off x="0" y="0"/>
          <a:ext cx="0" cy="0"/>
          <a:chOff x="0" y="0"/>
          <a:chExt cx="0" cy="0"/>
        </a:xfrm>
      </p:grpSpPr>
      <p:sp>
        <p:nvSpPr>
          <p:cNvPr id="257" name="Google Shape;257;p30"/>
          <p:cNvSpPr/>
          <p:nvPr/>
        </p:nvSpPr>
        <p:spPr>
          <a:xfrm rot="3394465" flipH="1">
            <a:off x="3077084" y="34332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0"/>
          <p:cNvSpPr/>
          <p:nvPr/>
        </p:nvSpPr>
        <p:spPr>
          <a:xfrm>
            <a:off x="5867027" y="-12434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0"/>
          <p:cNvSpPr/>
          <p:nvPr/>
        </p:nvSpPr>
        <p:spPr>
          <a:xfrm rot="3952094">
            <a:off x="4681686" y="-32116"/>
            <a:ext cx="7826127" cy="287786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0"/>
          <p:cNvSpPr/>
          <p:nvPr/>
        </p:nvSpPr>
        <p:spPr>
          <a:xfrm rot="-649760" flipH="1">
            <a:off x="7075142" y="-713258"/>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0"/>
          <p:cNvSpPr/>
          <p:nvPr/>
        </p:nvSpPr>
        <p:spPr>
          <a:xfrm rot="813319">
            <a:off x="-2477752" y="-30743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0"/>
          <p:cNvSpPr/>
          <p:nvPr/>
        </p:nvSpPr>
        <p:spPr>
          <a:xfrm rot="-10285603">
            <a:off x="-4701904" y="3752842"/>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0"/>
          <p:cNvSpPr/>
          <p:nvPr/>
        </p:nvSpPr>
        <p:spPr>
          <a:xfrm rot="-7426355">
            <a:off x="-4666092" y="1132830"/>
            <a:ext cx="7826046" cy="287783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0"/>
          <p:cNvSpPr txBox="1">
            <a:spLocks noGrp="1"/>
          </p:cNvSpPr>
          <p:nvPr>
            <p:ph type="title"/>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65" name="Google Shape;265;p30"/>
          <p:cNvSpPr txBox="1">
            <a:spLocks noGrp="1"/>
          </p:cNvSpPr>
          <p:nvPr>
            <p:ph type="body" idx="1"/>
          </p:nvPr>
        </p:nvSpPr>
        <p:spPr>
          <a:xfrm>
            <a:off x="1545450" y="1330100"/>
            <a:ext cx="6053100" cy="3375900"/>
          </a:xfrm>
          <a:prstGeom prst="rect">
            <a:avLst/>
          </a:prstGeom>
        </p:spPr>
        <p:txBody>
          <a:bodyPr spcFirstLastPara="1" wrap="square" lIns="91425" tIns="91425" rIns="91425" bIns="91425" anchor="t" anchorCtr="0">
            <a:noAutofit/>
          </a:bodyPr>
          <a:lstStyle>
            <a:lvl1pPr marL="457200" lvl="0" indent="-330200" algn="ctr" rtl="0">
              <a:lnSpc>
                <a:spcPct val="100000"/>
              </a:lnSpc>
              <a:spcBef>
                <a:spcPts val="0"/>
              </a:spcBef>
              <a:spcAft>
                <a:spcPts val="0"/>
              </a:spcAft>
              <a:buSzPts val="1600"/>
              <a:buChar char="●"/>
              <a:defRPr/>
            </a:lvl1pPr>
            <a:lvl2pPr marL="914400" lvl="1" indent="-330200" algn="ctr" rtl="0">
              <a:lnSpc>
                <a:spcPct val="100000"/>
              </a:lnSpc>
              <a:spcBef>
                <a:spcPts val="0"/>
              </a:spcBef>
              <a:spcAft>
                <a:spcPts val="0"/>
              </a:spcAft>
              <a:buSzPts val="1600"/>
              <a:buChar char="○"/>
              <a:defRPr/>
            </a:lvl2pPr>
            <a:lvl3pPr marL="1371600" lvl="2" indent="-330200" algn="ctr" rtl="0">
              <a:lnSpc>
                <a:spcPct val="100000"/>
              </a:lnSpc>
              <a:spcBef>
                <a:spcPts val="1600"/>
              </a:spcBef>
              <a:spcAft>
                <a:spcPts val="0"/>
              </a:spcAft>
              <a:buSzPts val="1600"/>
              <a:buChar char="■"/>
              <a:defRPr/>
            </a:lvl3pPr>
            <a:lvl4pPr marL="1828800" lvl="3" indent="-330200" algn="ctr" rtl="0">
              <a:lnSpc>
                <a:spcPct val="100000"/>
              </a:lnSpc>
              <a:spcBef>
                <a:spcPts val="1600"/>
              </a:spcBef>
              <a:spcAft>
                <a:spcPts val="0"/>
              </a:spcAft>
              <a:buSzPts val="1600"/>
              <a:buChar char="●"/>
              <a:defRPr/>
            </a:lvl4pPr>
            <a:lvl5pPr marL="2286000" lvl="4" indent="-330200" algn="ctr" rtl="0">
              <a:lnSpc>
                <a:spcPct val="100000"/>
              </a:lnSpc>
              <a:spcBef>
                <a:spcPts val="1600"/>
              </a:spcBef>
              <a:spcAft>
                <a:spcPts val="0"/>
              </a:spcAft>
              <a:buSzPts val="1600"/>
              <a:buChar char="○"/>
              <a:defRPr/>
            </a:lvl5pPr>
            <a:lvl6pPr marL="2743200" lvl="5" indent="-330200" algn="ctr" rtl="0">
              <a:lnSpc>
                <a:spcPct val="100000"/>
              </a:lnSpc>
              <a:spcBef>
                <a:spcPts val="1600"/>
              </a:spcBef>
              <a:spcAft>
                <a:spcPts val="0"/>
              </a:spcAft>
              <a:buSzPts val="1600"/>
              <a:buChar char="■"/>
              <a:defRPr/>
            </a:lvl6pPr>
            <a:lvl7pPr marL="3200400" lvl="6" indent="-330200" algn="ctr" rtl="0">
              <a:lnSpc>
                <a:spcPct val="100000"/>
              </a:lnSpc>
              <a:spcBef>
                <a:spcPts val="1600"/>
              </a:spcBef>
              <a:spcAft>
                <a:spcPts val="0"/>
              </a:spcAft>
              <a:buSzPts val="1600"/>
              <a:buChar char="●"/>
              <a:defRPr/>
            </a:lvl7pPr>
            <a:lvl8pPr marL="3657600" lvl="7" indent="-330200" algn="ctr" rtl="0">
              <a:lnSpc>
                <a:spcPct val="100000"/>
              </a:lnSpc>
              <a:spcBef>
                <a:spcPts val="1600"/>
              </a:spcBef>
              <a:spcAft>
                <a:spcPts val="0"/>
              </a:spcAft>
              <a:buSzPts val="1600"/>
              <a:buChar char="○"/>
              <a:defRPr/>
            </a:lvl8pPr>
            <a:lvl9pPr marL="4114800" lvl="8" indent="-330200" algn="ctr" rtl="0">
              <a:lnSpc>
                <a:spcPct val="100000"/>
              </a:lnSpc>
              <a:spcBef>
                <a:spcPts val="1600"/>
              </a:spcBef>
              <a:spcAft>
                <a:spcPts val="1600"/>
              </a:spcAft>
              <a:buSzPts val="1600"/>
              <a:buChar char="■"/>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266"/>
        <p:cNvGrpSpPr/>
        <p:nvPr/>
      </p:nvGrpSpPr>
      <p:grpSpPr>
        <a:xfrm>
          <a:off x="0" y="0"/>
          <a:ext cx="0" cy="0"/>
          <a:chOff x="0" y="0"/>
          <a:chExt cx="0" cy="0"/>
        </a:xfrm>
      </p:grpSpPr>
      <p:sp>
        <p:nvSpPr>
          <p:cNvPr id="267" name="Google Shape;267;p31"/>
          <p:cNvSpPr/>
          <p:nvPr/>
        </p:nvSpPr>
        <p:spPr>
          <a:xfrm rot="-859945" flipH="1">
            <a:off x="5665328" y="3096461"/>
            <a:ext cx="4772748" cy="4241345"/>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1"/>
          <p:cNvSpPr/>
          <p:nvPr/>
        </p:nvSpPr>
        <p:spPr>
          <a:xfrm>
            <a:off x="-4528356" y="1004988"/>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1"/>
          <p:cNvSpPr/>
          <p:nvPr/>
        </p:nvSpPr>
        <p:spPr>
          <a:xfrm rot="-9405665" flipH="1">
            <a:off x="6846081" y="1281156"/>
            <a:ext cx="7310152" cy="6849835"/>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1"/>
          <p:cNvSpPr/>
          <p:nvPr/>
        </p:nvSpPr>
        <p:spPr>
          <a:xfrm rot="1478505" flipH="1">
            <a:off x="1794833" y="-2111786"/>
            <a:ext cx="7826136" cy="2877871"/>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1"/>
          <p:cNvSpPr/>
          <p:nvPr/>
        </p:nvSpPr>
        <p:spPr>
          <a:xfrm rot="9524149" flipH="1">
            <a:off x="-6659422" y="-2925302"/>
            <a:ext cx="9471569" cy="60490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1"/>
          <p:cNvSpPr/>
          <p:nvPr/>
        </p:nvSpPr>
        <p:spPr>
          <a:xfrm rot="-9555841">
            <a:off x="-6785773" y="1808506"/>
            <a:ext cx="8200942" cy="301569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1"/>
          <p:cNvSpPr txBox="1">
            <a:spLocks noGrp="1"/>
          </p:cNvSpPr>
          <p:nvPr>
            <p:ph type="title"/>
          </p:nvPr>
        </p:nvSpPr>
        <p:spPr>
          <a:xfrm>
            <a:off x="1699900" y="2520537"/>
            <a:ext cx="27369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74" name="Google Shape;274;p31"/>
          <p:cNvSpPr txBox="1">
            <a:spLocks noGrp="1"/>
          </p:cNvSpPr>
          <p:nvPr>
            <p:ph type="subTitle" idx="1"/>
          </p:nvPr>
        </p:nvSpPr>
        <p:spPr>
          <a:xfrm>
            <a:off x="1699975" y="3065348"/>
            <a:ext cx="2736900" cy="103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275" name="Google Shape;275;p31"/>
          <p:cNvSpPr txBox="1">
            <a:spLocks noGrp="1"/>
          </p:cNvSpPr>
          <p:nvPr>
            <p:ph type="title" idx="2"/>
          </p:nvPr>
        </p:nvSpPr>
        <p:spPr>
          <a:xfrm>
            <a:off x="4707338" y="2520537"/>
            <a:ext cx="27366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76" name="Google Shape;276;p31"/>
          <p:cNvSpPr txBox="1">
            <a:spLocks noGrp="1"/>
          </p:cNvSpPr>
          <p:nvPr>
            <p:ph type="subTitle" idx="3"/>
          </p:nvPr>
        </p:nvSpPr>
        <p:spPr>
          <a:xfrm>
            <a:off x="4707501" y="3065348"/>
            <a:ext cx="2736600" cy="103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277" name="Google Shape;277;p31"/>
          <p:cNvSpPr txBox="1">
            <a:spLocks noGrp="1"/>
          </p:cNvSpPr>
          <p:nvPr>
            <p:ph type="title" idx="4"/>
          </p:nvPr>
        </p:nvSpPr>
        <p:spPr>
          <a:xfrm>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wo columns 2">
  <p:cSld name="CUSTOM_19">
    <p:spTree>
      <p:nvGrpSpPr>
        <p:cNvPr id="1" name="Shape 278"/>
        <p:cNvGrpSpPr/>
        <p:nvPr/>
      </p:nvGrpSpPr>
      <p:grpSpPr>
        <a:xfrm>
          <a:off x="0" y="0"/>
          <a:ext cx="0" cy="0"/>
          <a:chOff x="0" y="0"/>
          <a:chExt cx="0" cy="0"/>
        </a:xfrm>
      </p:grpSpPr>
      <p:sp>
        <p:nvSpPr>
          <p:cNvPr id="279" name="Google Shape;279;p32"/>
          <p:cNvSpPr txBox="1">
            <a:spLocks noGrp="1"/>
          </p:cNvSpPr>
          <p:nvPr>
            <p:ph type="title"/>
          </p:nvPr>
        </p:nvSpPr>
        <p:spPr>
          <a:xfrm flipH="1">
            <a:off x="720000" y="438912"/>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80" name="Google Shape;280;p32"/>
          <p:cNvSpPr txBox="1">
            <a:spLocks noGrp="1"/>
          </p:cNvSpPr>
          <p:nvPr>
            <p:ph type="title" idx="2"/>
          </p:nvPr>
        </p:nvSpPr>
        <p:spPr>
          <a:xfrm>
            <a:off x="4572012" y="3186751"/>
            <a:ext cx="2325300" cy="487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81" name="Google Shape;281;p32"/>
          <p:cNvSpPr txBox="1">
            <a:spLocks noGrp="1"/>
          </p:cNvSpPr>
          <p:nvPr>
            <p:ph type="subTitle" idx="1"/>
          </p:nvPr>
        </p:nvSpPr>
        <p:spPr>
          <a:xfrm>
            <a:off x="4572037" y="3694826"/>
            <a:ext cx="2325300" cy="623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282" name="Google Shape;282;p32"/>
          <p:cNvSpPr txBox="1">
            <a:spLocks noGrp="1"/>
          </p:cNvSpPr>
          <p:nvPr>
            <p:ph type="title" idx="3"/>
          </p:nvPr>
        </p:nvSpPr>
        <p:spPr>
          <a:xfrm>
            <a:off x="4572000" y="1747851"/>
            <a:ext cx="2325300" cy="487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83" name="Google Shape;283;p32"/>
          <p:cNvSpPr txBox="1">
            <a:spLocks noGrp="1"/>
          </p:cNvSpPr>
          <p:nvPr>
            <p:ph type="subTitle" idx="4"/>
          </p:nvPr>
        </p:nvSpPr>
        <p:spPr>
          <a:xfrm>
            <a:off x="4572025" y="2255926"/>
            <a:ext cx="2325300" cy="623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284" name="Google Shape;284;p32"/>
          <p:cNvSpPr/>
          <p:nvPr/>
        </p:nvSpPr>
        <p:spPr>
          <a:xfrm rot="-813319" flipH="1">
            <a:off x="7030742" y="-14257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two columns 3">
  <p:cSld name="CUSTOM_31">
    <p:spTree>
      <p:nvGrpSpPr>
        <p:cNvPr id="1" name="Shape 285"/>
        <p:cNvGrpSpPr/>
        <p:nvPr/>
      </p:nvGrpSpPr>
      <p:grpSpPr>
        <a:xfrm>
          <a:off x="0" y="0"/>
          <a:ext cx="0" cy="0"/>
          <a:chOff x="0" y="0"/>
          <a:chExt cx="0" cy="0"/>
        </a:xfrm>
      </p:grpSpPr>
      <p:sp>
        <p:nvSpPr>
          <p:cNvPr id="286" name="Google Shape;286;p33"/>
          <p:cNvSpPr/>
          <p:nvPr/>
        </p:nvSpPr>
        <p:spPr>
          <a:xfrm rot="-9940055">
            <a:off x="6313853" y="-2245551"/>
            <a:ext cx="4772748" cy="4241345"/>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3"/>
          <p:cNvSpPr/>
          <p:nvPr/>
        </p:nvSpPr>
        <p:spPr>
          <a:xfrm rot="10800000" flipH="1">
            <a:off x="-4512131" y="0"/>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3"/>
          <p:cNvSpPr/>
          <p:nvPr/>
        </p:nvSpPr>
        <p:spPr>
          <a:xfrm rot="405705">
            <a:off x="6781192" y="537430"/>
            <a:ext cx="7309974" cy="6849668"/>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3"/>
          <p:cNvSpPr/>
          <p:nvPr/>
        </p:nvSpPr>
        <p:spPr>
          <a:xfrm rot="10221505">
            <a:off x="2162666" y="4072255"/>
            <a:ext cx="7826058" cy="2877843"/>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3"/>
          <p:cNvSpPr/>
          <p:nvPr/>
        </p:nvSpPr>
        <p:spPr>
          <a:xfrm rot="1275851">
            <a:off x="-7113372" y="1815710"/>
            <a:ext cx="9471569" cy="60490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3"/>
          <p:cNvSpPr/>
          <p:nvPr/>
        </p:nvSpPr>
        <p:spPr>
          <a:xfrm rot="-1244159" flipH="1">
            <a:off x="-7039848" y="-79298"/>
            <a:ext cx="8200942" cy="301569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3"/>
          <p:cNvSpPr txBox="1">
            <a:spLocks noGrp="1"/>
          </p:cNvSpPr>
          <p:nvPr>
            <p:ph type="title"/>
          </p:nvPr>
        </p:nvSpPr>
        <p:spPr>
          <a:xfrm>
            <a:off x="2014775" y="1710525"/>
            <a:ext cx="51141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93" name="Google Shape;293;p33"/>
          <p:cNvSpPr txBox="1">
            <a:spLocks noGrp="1"/>
          </p:cNvSpPr>
          <p:nvPr>
            <p:ph type="subTitle" idx="1"/>
          </p:nvPr>
        </p:nvSpPr>
        <p:spPr>
          <a:xfrm>
            <a:off x="2014925" y="2255348"/>
            <a:ext cx="5114100" cy="69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294" name="Google Shape;294;p33"/>
          <p:cNvSpPr txBox="1">
            <a:spLocks noGrp="1"/>
          </p:cNvSpPr>
          <p:nvPr>
            <p:ph type="title" idx="2"/>
          </p:nvPr>
        </p:nvSpPr>
        <p:spPr>
          <a:xfrm>
            <a:off x="2014780" y="3258850"/>
            <a:ext cx="51138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95" name="Google Shape;295;p33"/>
          <p:cNvSpPr txBox="1">
            <a:spLocks noGrp="1"/>
          </p:cNvSpPr>
          <p:nvPr>
            <p:ph type="subTitle" idx="3"/>
          </p:nvPr>
        </p:nvSpPr>
        <p:spPr>
          <a:xfrm>
            <a:off x="2015075" y="3803672"/>
            <a:ext cx="5113800" cy="69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296" name="Google Shape;296;p33"/>
          <p:cNvSpPr txBox="1">
            <a:spLocks noGrp="1"/>
          </p:cNvSpPr>
          <p:nvPr>
            <p:ph type="title" idx="4"/>
          </p:nvPr>
        </p:nvSpPr>
        <p:spPr>
          <a:xfrm>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297"/>
        <p:cNvGrpSpPr/>
        <p:nvPr/>
      </p:nvGrpSpPr>
      <p:grpSpPr>
        <a:xfrm>
          <a:off x="0" y="0"/>
          <a:ext cx="0" cy="0"/>
          <a:chOff x="0" y="0"/>
          <a:chExt cx="0" cy="0"/>
        </a:xfrm>
      </p:grpSpPr>
      <p:sp>
        <p:nvSpPr>
          <p:cNvPr id="298" name="Google Shape;298;p34"/>
          <p:cNvSpPr/>
          <p:nvPr/>
        </p:nvSpPr>
        <p:spPr>
          <a:xfrm rot="-10285629">
            <a:off x="6057524" y="-212437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4"/>
          <p:cNvSpPr/>
          <p:nvPr/>
        </p:nvSpPr>
        <p:spPr>
          <a:xfrm flipH="1">
            <a:off x="7942003" y="1004988"/>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4"/>
          <p:cNvSpPr/>
          <p:nvPr/>
        </p:nvSpPr>
        <p:spPr>
          <a:xfrm rot="2839443">
            <a:off x="-308418" y="2442034"/>
            <a:ext cx="6402141" cy="5689181"/>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4"/>
          <p:cNvSpPr/>
          <p:nvPr/>
        </p:nvSpPr>
        <p:spPr>
          <a:xfrm rot="9405665">
            <a:off x="-4880740" y="1281181"/>
            <a:ext cx="7310152" cy="6849835"/>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4"/>
          <p:cNvSpPr/>
          <p:nvPr/>
        </p:nvSpPr>
        <p:spPr>
          <a:xfrm rot="-1478505">
            <a:off x="-2334601" y="-1000036"/>
            <a:ext cx="7826136" cy="2877871"/>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4"/>
          <p:cNvSpPr/>
          <p:nvPr/>
        </p:nvSpPr>
        <p:spPr>
          <a:xfrm rot="9555841" flipH="1">
            <a:off x="7801702" y="1808506"/>
            <a:ext cx="8200942" cy="301569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4"/>
          <p:cNvSpPr txBox="1">
            <a:spLocks noGrp="1"/>
          </p:cNvSpPr>
          <p:nvPr>
            <p:ph type="title"/>
          </p:nvPr>
        </p:nvSpPr>
        <p:spPr>
          <a:xfrm>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05" name="Google Shape;305;p34"/>
          <p:cNvSpPr txBox="1">
            <a:spLocks noGrp="1"/>
          </p:cNvSpPr>
          <p:nvPr>
            <p:ph type="title" idx="2"/>
          </p:nvPr>
        </p:nvSpPr>
        <p:spPr>
          <a:xfrm>
            <a:off x="1164025" y="1617575"/>
            <a:ext cx="20457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06" name="Google Shape;306;p34"/>
          <p:cNvSpPr txBox="1">
            <a:spLocks noGrp="1"/>
          </p:cNvSpPr>
          <p:nvPr>
            <p:ph type="subTitle" idx="1"/>
          </p:nvPr>
        </p:nvSpPr>
        <p:spPr>
          <a:xfrm>
            <a:off x="1164075" y="2151959"/>
            <a:ext cx="2045700" cy="99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307" name="Google Shape;307;p34"/>
          <p:cNvSpPr txBox="1">
            <a:spLocks noGrp="1"/>
          </p:cNvSpPr>
          <p:nvPr>
            <p:ph type="title" idx="3"/>
          </p:nvPr>
        </p:nvSpPr>
        <p:spPr>
          <a:xfrm>
            <a:off x="3549063" y="1617575"/>
            <a:ext cx="20457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08" name="Google Shape;308;p34"/>
          <p:cNvSpPr txBox="1">
            <a:spLocks noGrp="1"/>
          </p:cNvSpPr>
          <p:nvPr>
            <p:ph type="subTitle" idx="4"/>
          </p:nvPr>
        </p:nvSpPr>
        <p:spPr>
          <a:xfrm>
            <a:off x="3549150" y="2151959"/>
            <a:ext cx="2045700" cy="99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309" name="Google Shape;309;p34"/>
          <p:cNvSpPr txBox="1">
            <a:spLocks noGrp="1"/>
          </p:cNvSpPr>
          <p:nvPr>
            <p:ph type="title" idx="5"/>
          </p:nvPr>
        </p:nvSpPr>
        <p:spPr>
          <a:xfrm>
            <a:off x="5934100" y="1617575"/>
            <a:ext cx="20457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10" name="Google Shape;310;p34"/>
          <p:cNvSpPr txBox="1">
            <a:spLocks noGrp="1"/>
          </p:cNvSpPr>
          <p:nvPr>
            <p:ph type="subTitle" idx="6"/>
          </p:nvPr>
        </p:nvSpPr>
        <p:spPr>
          <a:xfrm>
            <a:off x="5934225" y="2151959"/>
            <a:ext cx="2045700" cy="99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three columns 1">
  <p:cSld name="CUSTOM_22">
    <p:spTree>
      <p:nvGrpSpPr>
        <p:cNvPr id="1" name="Shape 311"/>
        <p:cNvGrpSpPr/>
        <p:nvPr/>
      </p:nvGrpSpPr>
      <p:grpSpPr>
        <a:xfrm>
          <a:off x="0" y="0"/>
          <a:ext cx="0" cy="0"/>
          <a:chOff x="0" y="0"/>
          <a:chExt cx="0" cy="0"/>
        </a:xfrm>
      </p:grpSpPr>
      <p:sp>
        <p:nvSpPr>
          <p:cNvPr id="312" name="Google Shape;312;p35"/>
          <p:cNvSpPr/>
          <p:nvPr/>
        </p:nvSpPr>
        <p:spPr>
          <a:xfrm rot="10285629" flipH="1">
            <a:off x="-7063092" y="-2367548"/>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5"/>
          <p:cNvSpPr/>
          <p:nvPr/>
        </p:nvSpPr>
        <p:spPr>
          <a:xfrm>
            <a:off x="-4432130" y="1685938"/>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5"/>
          <p:cNvSpPr/>
          <p:nvPr/>
        </p:nvSpPr>
        <p:spPr>
          <a:xfrm rot="-2839443" flipH="1">
            <a:off x="2550622" y="3252659"/>
            <a:ext cx="6402141" cy="5689181"/>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5"/>
          <p:cNvSpPr/>
          <p:nvPr/>
        </p:nvSpPr>
        <p:spPr>
          <a:xfrm rot="-10305679" flipH="1">
            <a:off x="6458116" y="671626"/>
            <a:ext cx="7310080" cy="6849767"/>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5"/>
          <p:cNvSpPr/>
          <p:nvPr/>
        </p:nvSpPr>
        <p:spPr>
          <a:xfrm rot="1478505" flipH="1">
            <a:off x="3777012" y="-1076247"/>
            <a:ext cx="7826136" cy="2877871"/>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5"/>
          <p:cNvSpPr/>
          <p:nvPr/>
        </p:nvSpPr>
        <p:spPr>
          <a:xfrm rot="-9555841">
            <a:off x="-6505500" y="2494306"/>
            <a:ext cx="8200942" cy="301569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5"/>
          <p:cNvSpPr txBox="1">
            <a:spLocks noGrp="1"/>
          </p:cNvSpPr>
          <p:nvPr>
            <p:ph type="title"/>
          </p:nvPr>
        </p:nvSpPr>
        <p:spPr>
          <a:xfrm>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19" name="Google Shape;319;p35"/>
          <p:cNvSpPr txBox="1">
            <a:spLocks noGrp="1"/>
          </p:cNvSpPr>
          <p:nvPr>
            <p:ph type="title" idx="2"/>
          </p:nvPr>
        </p:nvSpPr>
        <p:spPr>
          <a:xfrm>
            <a:off x="1164025" y="2912975"/>
            <a:ext cx="20457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20" name="Google Shape;320;p35"/>
          <p:cNvSpPr txBox="1">
            <a:spLocks noGrp="1"/>
          </p:cNvSpPr>
          <p:nvPr>
            <p:ph type="subTitle" idx="1"/>
          </p:nvPr>
        </p:nvSpPr>
        <p:spPr>
          <a:xfrm>
            <a:off x="1164075" y="3447359"/>
            <a:ext cx="2045700" cy="99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321" name="Google Shape;321;p35"/>
          <p:cNvSpPr txBox="1">
            <a:spLocks noGrp="1"/>
          </p:cNvSpPr>
          <p:nvPr>
            <p:ph type="title" idx="3"/>
          </p:nvPr>
        </p:nvSpPr>
        <p:spPr>
          <a:xfrm>
            <a:off x="3549063" y="2379575"/>
            <a:ext cx="20457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22" name="Google Shape;322;p35"/>
          <p:cNvSpPr txBox="1">
            <a:spLocks noGrp="1"/>
          </p:cNvSpPr>
          <p:nvPr>
            <p:ph type="subTitle" idx="4"/>
          </p:nvPr>
        </p:nvSpPr>
        <p:spPr>
          <a:xfrm>
            <a:off x="3549150" y="2913959"/>
            <a:ext cx="2045700" cy="99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323" name="Google Shape;323;p35"/>
          <p:cNvSpPr txBox="1">
            <a:spLocks noGrp="1"/>
          </p:cNvSpPr>
          <p:nvPr>
            <p:ph type="title" idx="5"/>
          </p:nvPr>
        </p:nvSpPr>
        <p:spPr>
          <a:xfrm>
            <a:off x="5934100" y="2912975"/>
            <a:ext cx="20457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24" name="Google Shape;324;p35"/>
          <p:cNvSpPr txBox="1">
            <a:spLocks noGrp="1"/>
          </p:cNvSpPr>
          <p:nvPr>
            <p:ph type="subTitle" idx="6"/>
          </p:nvPr>
        </p:nvSpPr>
        <p:spPr>
          <a:xfrm>
            <a:off x="5934225" y="3447359"/>
            <a:ext cx="2045700" cy="99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hree columns 2">
  <p:cSld name="CUSTOM_34">
    <p:spTree>
      <p:nvGrpSpPr>
        <p:cNvPr id="1" name="Shape 325"/>
        <p:cNvGrpSpPr/>
        <p:nvPr/>
      </p:nvGrpSpPr>
      <p:grpSpPr>
        <a:xfrm>
          <a:off x="0" y="0"/>
          <a:ext cx="0" cy="0"/>
          <a:chOff x="0" y="0"/>
          <a:chExt cx="0" cy="0"/>
        </a:xfrm>
      </p:grpSpPr>
      <p:sp>
        <p:nvSpPr>
          <p:cNvPr id="326" name="Google Shape;326;p36"/>
          <p:cNvSpPr txBox="1">
            <a:spLocks noGrp="1"/>
          </p:cNvSpPr>
          <p:nvPr>
            <p:ph type="title"/>
          </p:nvPr>
        </p:nvSpPr>
        <p:spPr>
          <a:xfrm>
            <a:off x="2077025" y="1518376"/>
            <a:ext cx="1815000" cy="487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27" name="Google Shape;327;p36"/>
          <p:cNvSpPr txBox="1">
            <a:spLocks noGrp="1"/>
          </p:cNvSpPr>
          <p:nvPr>
            <p:ph type="subTitle" idx="1"/>
          </p:nvPr>
        </p:nvSpPr>
        <p:spPr>
          <a:xfrm>
            <a:off x="2077175" y="2063201"/>
            <a:ext cx="5909100" cy="41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328" name="Google Shape;328;p36"/>
          <p:cNvSpPr txBox="1">
            <a:spLocks noGrp="1"/>
          </p:cNvSpPr>
          <p:nvPr>
            <p:ph type="title" idx="2"/>
          </p:nvPr>
        </p:nvSpPr>
        <p:spPr>
          <a:xfrm>
            <a:off x="2077027" y="2577126"/>
            <a:ext cx="1815000" cy="487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29" name="Google Shape;329;p36"/>
          <p:cNvSpPr txBox="1">
            <a:spLocks noGrp="1"/>
          </p:cNvSpPr>
          <p:nvPr>
            <p:ph type="subTitle" idx="3"/>
          </p:nvPr>
        </p:nvSpPr>
        <p:spPr>
          <a:xfrm>
            <a:off x="2077350" y="3121951"/>
            <a:ext cx="5908800" cy="41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330" name="Google Shape;330;p36"/>
          <p:cNvSpPr txBox="1">
            <a:spLocks noGrp="1"/>
          </p:cNvSpPr>
          <p:nvPr>
            <p:ph type="title" idx="4"/>
          </p:nvPr>
        </p:nvSpPr>
        <p:spPr>
          <a:xfrm>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31" name="Google Shape;331;p36"/>
          <p:cNvSpPr/>
          <p:nvPr/>
        </p:nvSpPr>
        <p:spPr>
          <a:xfrm rot="10285629" flipH="1">
            <a:off x="-6531342" y="-2121798"/>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6"/>
          <p:cNvSpPr/>
          <p:nvPr/>
        </p:nvSpPr>
        <p:spPr>
          <a:xfrm>
            <a:off x="-4516430" y="1004988"/>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6"/>
          <p:cNvSpPr/>
          <p:nvPr/>
        </p:nvSpPr>
        <p:spPr>
          <a:xfrm rot="-2839443" flipH="1">
            <a:off x="877472" y="3220259"/>
            <a:ext cx="6402141" cy="5689181"/>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6"/>
          <p:cNvSpPr/>
          <p:nvPr/>
        </p:nvSpPr>
        <p:spPr>
          <a:xfrm rot="-10305679" flipH="1">
            <a:off x="6411091" y="301976"/>
            <a:ext cx="7310080" cy="6849767"/>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6"/>
          <p:cNvSpPr/>
          <p:nvPr/>
        </p:nvSpPr>
        <p:spPr>
          <a:xfrm rot="3278516" flipH="1">
            <a:off x="4649136" y="-366101"/>
            <a:ext cx="7826271" cy="2877921"/>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6"/>
          <p:cNvSpPr/>
          <p:nvPr/>
        </p:nvSpPr>
        <p:spPr>
          <a:xfrm rot="-9555841">
            <a:off x="-6466450" y="2570506"/>
            <a:ext cx="8200942" cy="301569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6"/>
          <p:cNvSpPr txBox="1">
            <a:spLocks noGrp="1"/>
          </p:cNvSpPr>
          <p:nvPr>
            <p:ph type="title" idx="5"/>
          </p:nvPr>
        </p:nvSpPr>
        <p:spPr>
          <a:xfrm>
            <a:off x="2077027" y="3635876"/>
            <a:ext cx="1815000" cy="487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38" name="Google Shape;338;p36"/>
          <p:cNvSpPr txBox="1">
            <a:spLocks noGrp="1"/>
          </p:cNvSpPr>
          <p:nvPr>
            <p:ph type="subTitle" idx="6"/>
          </p:nvPr>
        </p:nvSpPr>
        <p:spPr>
          <a:xfrm>
            <a:off x="2077350" y="4180701"/>
            <a:ext cx="5908800" cy="41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339"/>
        <p:cNvGrpSpPr/>
        <p:nvPr/>
      </p:nvGrpSpPr>
      <p:grpSpPr>
        <a:xfrm>
          <a:off x="0" y="0"/>
          <a:ext cx="0" cy="0"/>
          <a:chOff x="0" y="0"/>
          <a:chExt cx="0" cy="0"/>
        </a:xfrm>
      </p:grpSpPr>
      <p:sp>
        <p:nvSpPr>
          <p:cNvPr id="340" name="Google Shape;340;p37"/>
          <p:cNvSpPr/>
          <p:nvPr/>
        </p:nvSpPr>
        <p:spPr>
          <a:xfrm rot="4102360" flipH="1">
            <a:off x="-2512533" y="4030635"/>
            <a:ext cx="7471578" cy="47717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37"/>
          <p:cNvSpPr/>
          <p:nvPr/>
        </p:nvSpPr>
        <p:spPr>
          <a:xfrm rot="813319">
            <a:off x="-4129602" y="-17370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66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37"/>
          <p:cNvSpPr/>
          <p:nvPr/>
        </p:nvSpPr>
        <p:spPr>
          <a:xfrm rot="3394465" flipH="1">
            <a:off x="5593334" y="21714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37"/>
          <p:cNvSpPr/>
          <p:nvPr/>
        </p:nvSpPr>
        <p:spPr>
          <a:xfrm rot="-10285603">
            <a:off x="6336471" y="-2917283"/>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37"/>
          <p:cNvSpPr/>
          <p:nvPr/>
        </p:nvSpPr>
        <p:spPr>
          <a:xfrm rot="-2238616">
            <a:off x="-4635728" y="470344"/>
            <a:ext cx="7826078" cy="2877850"/>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7"/>
          <p:cNvSpPr txBox="1">
            <a:spLocks noGrp="1"/>
          </p:cNvSpPr>
          <p:nvPr>
            <p:ph type="title"/>
          </p:nvPr>
        </p:nvSpPr>
        <p:spPr>
          <a:xfrm>
            <a:off x="5664001" y="1703625"/>
            <a:ext cx="2227200" cy="487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346" name="Google Shape;346;p37"/>
          <p:cNvSpPr txBox="1">
            <a:spLocks noGrp="1"/>
          </p:cNvSpPr>
          <p:nvPr>
            <p:ph type="subTitle" idx="1"/>
          </p:nvPr>
        </p:nvSpPr>
        <p:spPr>
          <a:xfrm>
            <a:off x="5664053" y="2135500"/>
            <a:ext cx="2508600" cy="66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347" name="Google Shape;347;p37"/>
          <p:cNvSpPr txBox="1">
            <a:spLocks noGrp="1"/>
          </p:cNvSpPr>
          <p:nvPr>
            <p:ph type="title" idx="2"/>
          </p:nvPr>
        </p:nvSpPr>
        <p:spPr>
          <a:xfrm>
            <a:off x="5664001" y="3198000"/>
            <a:ext cx="2227200" cy="487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348" name="Google Shape;348;p37"/>
          <p:cNvSpPr txBox="1">
            <a:spLocks noGrp="1"/>
          </p:cNvSpPr>
          <p:nvPr>
            <p:ph type="subTitle" idx="3"/>
          </p:nvPr>
        </p:nvSpPr>
        <p:spPr>
          <a:xfrm>
            <a:off x="5664025" y="3629875"/>
            <a:ext cx="2508600" cy="66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349" name="Google Shape;349;p37"/>
          <p:cNvSpPr txBox="1">
            <a:spLocks noGrp="1"/>
          </p:cNvSpPr>
          <p:nvPr>
            <p:ph type="title" idx="4"/>
          </p:nvPr>
        </p:nvSpPr>
        <p:spPr>
          <a:xfrm>
            <a:off x="1252726" y="1703625"/>
            <a:ext cx="2227200" cy="487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500"/>
              <a:buNone/>
              <a:defRPr sz="2000">
                <a:latin typeface="Kulim Park"/>
                <a:ea typeface="Kulim Park"/>
                <a:cs typeface="Kulim Park"/>
                <a:sym typeface="Kulim Park"/>
              </a:defRPr>
            </a:lvl1pPr>
            <a:lvl2pPr lvl="1" algn="r" rtl="0">
              <a:spcBef>
                <a:spcPts val="0"/>
              </a:spcBef>
              <a:spcAft>
                <a:spcPts val="0"/>
              </a:spcAft>
              <a:buSzPts val="2500"/>
              <a:buNone/>
              <a:defRPr sz="2500"/>
            </a:lvl2pPr>
            <a:lvl3pPr lvl="2" algn="r" rtl="0">
              <a:spcBef>
                <a:spcPts val="0"/>
              </a:spcBef>
              <a:spcAft>
                <a:spcPts val="0"/>
              </a:spcAft>
              <a:buSzPts val="2500"/>
              <a:buNone/>
              <a:defRPr sz="2500"/>
            </a:lvl3pPr>
            <a:lvl4pPr lvl="3" algn="r" rtl="0">
              <a:spcBef>
                <a:spcPts val="0"/>
              </a:spcBef>
              <a:spcAft>
                <a:spcPts val="0"/>
              </a:spcAft>
              <a:buSzPts val="2500"/>
              <a:buNone/>
              <a:defRPr sz="2500"/>
            </a:lvl4pPr>
            <a:lvl5pPr lvl="4" algn="r" rtl="0">
              <a:spcBef>
                <a:spcPts val="0"/>
              </a:spcBef>
              <a:spcAft>
                <a:spcPts val="0"/>
              </a:spcAft>
              <a:buSzPts val="2500"/>
              <a:buNone/>
              <a:defRPr sz="2500"/>
            </a:lvl5pPr>
            <a:lvl6pPr lvl="5" algn="r" rtl="0">
              <a:spcBef>
                <a:spcPts val="0"/>
              </a:spcBef>
              <a:spcAft>
                <a:spcPts val="0"/>
              </a:spcAft>
              <a:buSzPts val="2500"/>
              <a:buNone/>
              <a:defRPr sz="2500"/>
            </a:lvl6pPr>
            <a:lvl7pPr lvl="6" algn="r" rtl="0">
              <a:spcBef>
                <a:spcPts val="0"/>
              </a:spcBef>
              <a:spcAft>
                <a:spcPts val="0"/>
              </a:spcAft>
              <a:buSzPts val="2500"/>
              <a:buNone/>
              <a:defRPr sz="2500"/>
            </a:lvl7pPr>
            <a:lvl8pPr lvl="7" algn="r" rtl="0">
              <a:spcBef>
                <a:spcPts val="0"/>
              </a:spcBef>
              <a:spcAft>
                <a:spcPts val="0"/>
              </a:spcAft>
              <a:buSzPts val="2500"/>
              <a:buNone/>
              <a:defRPr sz="2500"/>
            </a:lvl8pPr>
            <a:lvl9pPr lvl="8" algn="r" rtl="0">
              <a:spcBef>
                <a:spcPts val="0"/>
              </a:spcBef>
              <a:spcAft>
                <a:spcPts val="0"/>
              </a:spcAft>
              <a:buSzPts val="2500"/>
              <a:buNone/>
              <a:defRPr sz="2500"/>
            </a:lvl9pPr>
          </a:lstStyle>
          <a:p>
            <a:endParaRPr/>
          </a:p>
        </p:txBody>
      </p:sp>
      <p:sp>
        <p:nvSpPr>
          <p:cNvPr id="350" name="Google Shape;350;p37"/>
          <p:cNvSpPr txBox="1">
            <a:spLocks noGrp="1"/>
          </p:cNvSpPr>
          <p:nvPr>
            <p:ph type="subTitle" idx="5"/>
          </p:nvPr>
        </p:nvSpPr>
        <p:spPr>
          <a:xfrm>
            <a:off x="971503" y="2135500"/>
            <a:ext cx="2508600" cy="661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atin typeface="Manrope"/>
                <a:ea typeface="Manrope"/>
                <a:cs typeface="Manrope"/>
                <a:sym typeface="Manrope"/>
              </a:defRPr>
            </a:lvl1pPr>
            <a:lvl2pPr lvl="1" algn="r" rtl="0">
              <a:lnSpc>
                <a:spcPct val="100000"/>
              </a:lnSpc>
              <a:spcBef>
                <a:spcPts val="0"/>
              </a:spcBef>
              <a:spcAft>
                <a:spcPts val="0"/>
              </a:spcAft>
              <a:buSzPts val="1600"/>
              <a:buNone/>
              <a:defRPr/>
            </a:lvl2pPr>
            <a:lvl3pPr lvl="2" algn="r" rtl="0">
              <a:lnSpc>
                <a:spcPct val="100000"/>
              </a:lnSpc>
              <a:spcBef>
                <a:spcPts val="0"/>
              </a:spcBef>
              <a:spcAft>
                <a:spcPts val="0"/>
              </a:spcAft>
              <a:buSzPts val="1600"/>
              <a:buNone/>
              <a:defRPr/>
            </a:lvl3pPr>
            <a:lvl4pPr lvl="3" algn="r" rtl="0">
              <a:lnSpc>
                <a:spcPct val="100000"/>
              </a:lnSpc>
              <a:spcBef>
                <a:spcPts val="0"/>
              </a:spcBef>
              <a:spcAft>
                <a:spcPts val="0"/>
              </a:spcAft>
              <a:buSzPts val="1600"/>
              <a:buNone/>
              <a:defRPr/>
            </a:lvl4pPr>
            <a:lvl5pPr lvl="4" algn="r" rtl="0">
              <a:lnSpc>
                <a:spcPct val="100000"/>
              </a:lnSpc>
              <a:spcBef>
                <a:spcPts val="0"/>
              </a:spcBef>
              <a:spcAft>
                <a:spcPts val="0"/>
              </a:spcAft>
              <a:buSzPts val="1600"/>
              <a:buNone/>
              <a:defRPr/>
            </a:lvl5pPr>
            <a:lvl6pPr lvl="5" algn="r" rtl="0">
              <a:lnSpc>
                <a:spcPct val="100000"/>
              </a:lnSpc>
              <a:spcBef>
                <a:spcPts val="0"/>
              </a:spcBef>
              <a:spcAft>
                <a:spcPts val="0"/>
              </a:spcAft>
              <a:buSzPts val="1600"/>
              <a:buNone/>
              <a:defRPr/>
            </a:lvl6pPr>
            <a:lvl7pPr lvl="6" algn="r" rtl="0">
              <a:lnSpc>
                <a:spcPct val="100000"/>
              </a:lnSpc>
              <a:spcBef>
                <a:spcPts val="0"/>
              </a:spcBef>
              <a:spcAft>
                <a:spcPts val="0"/>
              </a:spcAft>
              <a:buSzPts val="1600"/>
              <a:buNone/>
              <a:defRPr/>
            </a:lvl7pPr>
            <a:lvl8pPr lvl="7" algn="r" rtl="0">
              <a:lnSpc>
                <a:spcPct val="100000"/>
              </a:lnSpc>
              <a:spcBef>
                <a:spcPts val="0"/>
              </a:spcBef>
              <a:spcAft>
                <a:spcPts val="0"/>
              </a:spcAft>
              <a:buSzPts val="1600"/>
              <a:buNone/>
              <a:defRPr/>
            </a:lvl8pPr>
            <a:lvl9pPr lvl="8" algn="r" rtl="0">
              <a:lnSpc>
                <a:spcPct val="100000"/>
              </a:lnSpc>
              <a:spcBef>
                <a:spcPts val="0"/>
              </a:spcBef>
              <a:spcAft>
                <a:spcPts val="0"/>
              </a:spcAft>
              <a:buSzPts val="1600"/>
              <a:buNone/>
              <a:defRPr/>
            </a:lvl9pPr>
          </a:lstStyle>
          <a:p>
            <a:endParaRPr/>
          </a:p>
        </p:txBody>
      </p:sp>
      <p:sp>
        <p:nvSpPr>
          <p:cNvPr id="351" name="Google Shape;351;p37"/>
          <p:cNvSpPr txBox="1">
            <a:spLocks noGrp="1"/>
          </p:cNvSpPr>
          <p:nvPr>
            <p:ph type="title" idx="6"/>
          </p:nvPr>
        </p:nvSpPr>
        <p:spPr>
          <a:xfrm>
            <a:off x="1252726" y="3198000"/>
            <a:ext cx="2227200" cy="487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500"/>
              <a:buNone/>
              <a:defRPr sz="2000">
                <a:latin typeface="Kulim Park"/>
                <a:ea typeface="Kulim Park"/>
                <a:cs typeface="Kulim Park"/>
                <a:sym typeface="Kulim Park"/>
              </a:defRPr>
            </a:lvl1pPr>
            <a:lvl2pPr lvl="1" algn="r" rtl="0">
              <a:spcBef>
                <a:spcPts val="0"/>
              </a:spcBef>
              <a:spcAft>
                <a:spcPts val="0"/>
              </a:spcAft>
              <a:buSzPts val="2500"/>
              <a:buNone/>
              <a:defRPr sz="2500"/>
            </a:lvl2pPr>
            <a:lvl3pPr lvl="2" algn="r" rtl="0">
              <a:spcBef>
                <a:spcPts val="0"/>
              </a:spcBef>
              <a:spcAft>
                <a:spcPts val="0"/>
              </a:spcAft>
              <a:buSzPts val="2500"/>
              <a:buNone/>
              <a:defRPr sz="2500"/>
            </a:lvl3pPr>
            <a:lvl4pPr lvl="3" algn="r" rtl="0">
              <a:spcBef>
                <a:spcPts val="0"/>
              </a:spcBef>
              <a:spcAft>
                <a:spcPts val="0"/>
              </a:spcAft>
              <a:buSzPts val="2500"/>
              <a:buNone/>
              <a:defRPr sz="2500"/>
            </a:lvl4pPr>
            <a:lvl5pPr lvl="4" algn="r" rtl="0">
              <a:spcBef>
                <a:spcPts val="0"/>
              </a:spcBef>
              <a:spcAft>
                <a:spcPts val="0"/>
              </a:spcAft>
              <a:buSzPts val="2500"/>
              <a:buNone/>
              <a:defRPr sz="2500"/>
            </a:lvl5pPr>
            <a:lvl6pPr lvl="5" algn="r" rtl="0">
              <a:spcBef>
                <a:spcPts val="0"/>
              </a:spcBef>
              <a:spcAft>
                <a:spcPts val="0"/>
              </a:spcAft>
              <a:buSzPts val="2500"/>
              <a:buNone/>
              <a:defRPr sz="2500"/>
            </a:lvl6pPr>
            <a:lvl7pPr lvl="6" algn="r" rtl="0">
              <a:spcBef>
                <a:spcPts val="0"/>
              </a:spcBef>
              <a:spcAft>
                <a:spcPts val="0"/>
              </a:spcAft>
              <a:buSzPts val="2500"/>
              <a:buNone/>
              <a:defRPr sz="2500"/>
            </a:lvl7pPr>
            <a:lvl8pPr lvl="7" algn="r" rtl="0">
              <a:spcBef>
                <a:spcPts val="0"/>
              </a:spcBef>
              <a:spcAft>
                <a:spcPts val="0"/>
              </a:spcAft>
              <a:buSzPts val="2500"/>
              <a:buNone/>
              <a:defRPr sz="2500"/>
            </a:lvl8pPr>
            <a:lvl9pPr lvl="8" algn="r" rtl="0">
              <a:spcBef>
                <a:spcPts val="0"/>
              </a:spcBef>
              <a:spcAft>
                <a:spcPts val="0"/>
              </a:spcAft>
              <a:buSzPts val="2500"/>
              <a:buNone/>
              <a:defRPr sz="2500"/>
            </a:lvl9pPr>
          </a:lstStyle>
          <a:p>
            <a:endParaRPr/>
          </a:p>
        </p:txBody>
      </p:sp>
      <p:sp>
        <p:nvSpPr>
          <p:cNvPr id="352" name="Google Shape;352;p37"/>
          <p:cNvSpPr txBox="1">
            <a:spLocks noGrp="1"/>
          </p:cNvSpPr>
          <p:nvPr>
            <p:ph type="subTitle" idx="7"/>
          </p:nvPr>
        </p:nvSpPr>
        <p:spPr>
          <a:xfrm>
            <a:off x="971475" y="3629875"/>
            <a:ext cx="2508600" cy="661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atin typeface="Manrope"/>
                <a:ea typeface="Manrope"/>
                <a:cs typeface="Manrope"/>
                <a:sym typeface="Manrope"/>
              </a:defRPr>
            </a:lvl1pPr>
            <a:lvl2pPr lvl="1" algn="r" rtl="0">
              <a:lnSpc>
                <a:spcPct val="100000"/>
              </a:lnSpc>
              <a:spcBef>
                <a:spcPts val="0"/>
              </a:spcBef>
              <a:spcAft>
                <a:spcPts val="0"/>
              </a:spcAft>
              <a:buSzPts val="1600"/>
              <a:buNone/>
              <a:defRPr/>
            </a:lvl2pPr>
            <a:lvl3pPr lvl="2" algn="r" rtl="0">
              <a:lnSpc>
                <a:spcPct val="100000"/>
              </a:lnSpc>
              <a:spcBef>
                <a:spcPts val="0"/>
              </a:spcBef>
              <a:spcAft>
                <a:spcPts val="0"/>
              </a:spcAft>
              <a:buSzPts val="1600"/>
              <a:buNone/>
              <a:defRPr/>
            </a:lvl3pPr>
            <a:lvl4pPr lvl="3" algn="r" rtl="0">
              <a:lnSpc>
                <a:spcPct val="100000"/>
              </a:lnSpc>
              <a:spcBef>
                <a:spcPts val="0"/>
              </a:spcBef>
              <a:spcAft>
                <a:spcPts val="0"/>
              </a:spcAft>
              <a:buSzPts val="1600"/>
              <a:buNone/>
              <a:defRPr/>
            </a:lvl4pPr>
            <a:lvl5pPr lvl="4" algn="r" rtl="0">
              <a:lnSpc>
                <a:spcPct val="100000"/>
              </a:lnSpc>
              <a:spcBef>
                <a:spcPts val="0"/>
              </a:spcBef>
              <a:spcAft>
                <a:spcPts val="0"/>
              </a:spcAft>
              <a:buSzPts val="1600"/>
              <a:buNone/>
              <a:defRPr/>
            </a:lvl5pPr>
            <a:lvl6pPr lvl="5" algn="r" rtl="0">
              <a:lnSpc>
                <a:spcPct val="100000"/>
              </a:lnSpc>
              <a:spcBef>
                <a:spcPts val="0"/>
              </a:spcBef>
              <a:spcAft>
                <a:spcPts val="0"/>
              </a:spcAft>
              <a:buSzPts val="1600"/>
              <a:buNone/>
              <a:defRPr/>
            </a:lvl6pPr>
            <a:lvl7pPr lvl="6" algn="r" rtl="0">
              <a:lnSpc>
                <a:spcPct val="100000"/>
              </a:lnSpc>
              <a:spcBef>
                <a:spcPts val="0"/>
              </a:spcBef>
              <a:spcAft>
                <a:spcPts val="0"/>
              </a:spcAft>
              <a:buSzPts val="1600"/>
              <a:buNone/>
              <a:defRPr/>
            </a:lvl7pPr>
            <a:lvl8pPr lvl="7" algn="r" rtl="0">
              <a:lnSpc>
                <a:spcPct val="100000"/>
              </a:lnSpc>
              <a:spcBef>
                <a:spcPts val="0"/>
              </a:spcBef>
              <a:spcAft>
                <a:spcPts val="0"/>
              </a:spcAft>
              <a:buSzPts val="1600"/>
              <a:buNone/>
              <a:defRPr/>
            </a:lvl8pPr>
            <a:lvl9pPr lvl="8" algn="r" rtl="0">
              <a:lnSpc>
                <a:spcPct val="100000"/>
              </a:lnSpc>
              <a:spcBef>
                <a:spcPts val="0"/>
              </a:spcBef>
              <a:spcAft>
                <a:spcPts val="0"/>
              </a:spcAft>
              <a:buSzPts val="1600"/>
              <a:buNone/>
              <a:defRPr/>
            </a:lvl9pPr>
          </a:lstStyle>
          <a:p>
            <a:endParaRPr/>
          </a:p>
        </p:txBody>
      </p:sp>
      <p:sp>
        <p:nvSpPr>
          <p:cNvPr id="353" name="Google Shape;353;p37"/>
          <p:cNvSpPr txBox="1">
            <a:spLocks noGrp="1"/>
          </p:cNvSpPr>
          <p:nvPr>
            <p:ph type="title" idx="8"/>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four columns 1">
  <p:cSld name="CUSTOM_5_1">
    <p:spTree>
      <p:nvGrpSpPr>
        <p:cNvPr id="1" name="Shape 354"/>
        <p:cNvGrpSpPr/>
        <p:nvPr/>
      </p:nvGrpSpPr>
      <p:grpSpPr>
        <a:xfrm>
          <a:off x="0" y="0"/>
          <a:ext cx="0" cy="0"/>
          <a:chOff x="0" y="0"/>
          <a:chExt cx="0" cy="0"/>
        </a:xfrm>
      </p:grpSpPr>
      <p:sp>
        <p:nvSpPr>
          <p:cNvPr id="355" name="Google Shape;355;p38"/>
          <p:cNvSpPr/>
          <p:nvPr/>
        </p:nvSpPr>
        <p:spPr>
          <a:xfrm rot="3394465" flipH="1">
            <a:off x="5593334" y="21714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8"/>
          <p:cNvSpPr/>
          <p:nvPr/>
        </p:nvSpPr>
        <p:spPr>
          <a:xfrm rot="-10285603">
            <a:off x="5869521" y="-2917283"/>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8"/>
          <p:cNvSpPr txBox="1">
            <a:spLocks noGrp="1"/>
          </p:cNvSpPr>
          <p:nvPr>
            <p:ph type="title"/>
          </p:nvPr>
        </p:nvSpPr>
        <p:spPr>
          <a:xfrm flipH="1">
            <a:off x="3993600" y="437700"/>
            <a:ext cx="4410900" cy="657900"/>
          </a:xfrm>
          <a:prstGeom prst="rect">
            <a:avLst/>
          </a:prstGeom>
          <a:noFill/>
          <a:ln>
            <a:noFill/>
          </a:ln>
        </p:spPr>
        <p:txBody>
          <a:bodyPr spcFirstLastPara="1" wrap="square" lIns="91425" tIns="91425" rIns="91425" bIns="91425" anchor="ctr" anchorCtr="0">
            <a:noAutofit/>
          </a:bodyPr>
          <a:lstStyle>
            <a:lvl1pPr lvl="0" algn="l"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58" name="Google Shape;358;p38"/>
          <p:cNvSpPr txBox="1">
            <a:spLocks noGrp="1"/>
          </p:cNvSpPr>
          <p:nvPr>
            <p:ph type="title" idx="2"/>
          </p:nvPr>
        </p:nvSpPr>
        <p:spPr>
          <a:xfrm>
            <a:off x="4157088" y="2211700"/>
            <a:ext cx="1454400" cy="9297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359" name="Google Shape;359;p38"/>
          <p:cNvSpPr txBox="1">
            <a:spLocks noGrp="1"/>
          </p:cNvSpPr>
          <p:nvPr>
            <p:ph type="subTitle" idx="1"/>
          </p:nvPr>
        </p:nvSpPr>
        <p:spPr>
          <a:xfrm>
            <a:off x="5964350" y="2211700"/>
            <a:ext cx="2440500" cy="929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360" name="Google Shape;360;p38"/>
          <p:cNvSpPr txBox="1">
            <a:spLocks noGrp="1"/>
          </p:cNvSpPr>
          <p:nvPr>
            <p:ph type="title" idx="3"/>
          </p:nvPr>
        </p:nvSpPr>
        <p:spPr>
          <a:xfrm>
            <a:off x="4157088" y="3465525"/>
            <a:ext cx="1454400" cy="9297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361" name="Google Shape;361;p38"/>
          <p:cNvSpPr txBox="1">
            <a:spLocks noGrp="1"/>
          </p:cNvSpPr>
          <p:nvPr>
            <p:ph type="subTitle" idx="4"/>
          </p:nvPr>
        </p:nvSpPr>
        <p:spPr>
          <a:xfrm>
            <a:off x="5964350" y="3465525"/>
            <a:ext cx="2440500" cy="929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four columns 2">
  <p:cSld name="CUSTOM_24">
    <p:spTree>
      <p:nvGrpSpPr>
        <p:cNvPr id="1" name="Shape 362"/>
        <p:cNvGrpSpPr/>
        <p:nvPr/>
      </p:nvGrpSpPr>
      <p:grpSpPr>
        <a:xfrm>
          <a:off x="0" y="0"/>
          <a:ext cx="0" cy="0"/>
          <a:chOff x="0" y="0"/>
          <a:chExt cx="0" cy="0"/>
        </a:xfrm>
      </p:grpSpPr>
      <p:sp>
        <p:nvSpPr>
          <p:cNvPr id="363" name="Google Shape;363;p39"/>
          <p:cNvSpPr/>
          <p:nvPr/>
        </p:nvSpPr>
        <p:spPr>
          <a:xfrm rot="-4102360">
            <a:off x="4113422" y="4765435"/>
            <a:ext cx="7471578" cy="47717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9"/>
          <p:cNvSpPr/>
          <p:nvPr/>
        </p:nvSpPr>
        <p:spPr>
          <a:xfrm rot="-813319" flipH="1">
            <a:off x="7043160" y="-1608948"/>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66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9"/>
          <p:cNvSpPr/>
          <p:nvPr/>
        </p:nvSpPr>
        <p:spPr>
          <a:xfrm rot="-3394465">
            <a:off x="-4084285" y="336016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9"/>
          <p:cNvSpPr/>
          <p:nvPr/>
        </p:nvSpPr>
        <p:spPr>
          <a:xfrm rot="10285603" flipH="1">
            <a:off x="-4881689" y="-1508408"/>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9"/>
          <p:cNvSpPr/>
          <p:nvPr/>
        </p:nvSpPr>
        <p:spPr>
          <a:xfrm rot="6738480" flipH="1">
            <a:off x="5484634" y="1473878"/>
            <a:ext cx="7826261" cy="287791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9"/>
          <p:cNvSpPr txBox="1">
            <a:spLocks noGrp="1"/>
          </p:cNvSpPr>
          <p:nvPr>
            <p:ph type="title"/>
          </p:nvPr>
        </p:nvSpPr>
        <p:spPr>
          <a:xfrm>
            <a:off x="4633263" y="2692525"/>
            <a:ext cx="17886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369" name="Google Shape;369;p39"/>
          <p:cNvSpPr txBox="1">
            <a:spLocks noGrp="1"/>
          </p:cNvSpPr>
          <p:nvPr>
            <p:ph type="subTitle" idx="1"/>
          </p:nvPr>
        </p:nvSpPr>
        <p:spPr>
          <a:xfrm>
            <a:off x="4633297" y="3124400"/>
            <a:ext cx="1788600" cy="84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370" name="Google Shape;370;p39"/>
          <p:cNvSpPr txBox="1">
            <a:spLocks noGrp="1"/>
          </p:cNvSpPr>
          <p:nvPr>
            <p:ph type="title" idx="2"/>
          </p:nvPr>
        </p:nvSpPr>
        <p:spPr>
          <a:xfrm>
            <a:off x="6544613" y="2692525"/>
            <a:ext cx="17886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371" name="Google Shape;371;p39"/>
          <p:cNvSpPr txBox="1">
            <a:spLocks noGrp="1"/>
          </p:cNvSpPr>
          <p:nvPr>
            <p:ph type="subTitle" idx="3"/>
          </p:nvPr>
        </p:nvSpPr>
        <p:spPr>
          <a:xfrm>
            <a:off x="6544625" y="3124400"/>
            <a:ext cx="1788600" cy="84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372" name="Google Shape;372;p39"/>
          <p:cNvSpPr txBox="1">
            <a:spLocks noGrp="1"/>
          </p:cNvSpPr>
          <p:nvPr>
            <p:ph type="title" idx="4"/>
          </p:nvPr>
        </p:nvSpPr>
        <p:spPr>
          <a:xfrm>
            <a:off x="2721863" y="2692525"/>
            <a:ext cx="17886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r" rtl="0">
              <a:spcBef>
                <a:spcPts val="0"/>
              </a:spcBef>
              <a:spcAft>
                <a:spcPts val="0"/>
              </a:spcAft>
              <a:buSzPts val="2500"/>
              <a:buNone/>
              <a:defRPr sz="2500"/>
            </a:lvl2pPr>
            <a:lvl3pPr lvl="2" algn="r" rtl="0">
              <a:spcBef>
                <a:spcPts val="0"/>
              </a:spcBef>
              <a:spcAft>
                <a:spcPts val="0"/>
              </a:spcAft>
              <a:buSzPts val="2500"/>
              <a:buNone/>
              <a:defRPr sz="2500"/>
            </a:lvl3pPr>
            <a:lvl4pPr lvl="3" algn="r" rtl="0">
              <a:spcBef>
                <a:spcPts val="0"/>
              </a:spcBef>
              <a:spcAft>
                <a:spcPts val="0"/>
              </a:spcAft>
              <a:buSzPts val="2500"/>
              <a:buNone/>
              <a:defRPr sz="2500"/>
            </a:lvl4pPr>
            <a:lvl5pPr lvl="4" algn="r" rtl="0">
              <a:spcBef>
                <a:spcPts val="0"/>
              </a:spcBef>
              <a:spcAft>
                <a:spcPts val="0"/>
              </a:spcAft>
              <a:buSzPts val="2500"/>
              <a:buNone/>
              <a:defRPr sz="2500"/>
            </a:lvl5pPr>
            <a:lvl6pPr lvl="5" algn="r" rtl="0">
              <a:spcBef>
                <a:spcPts val="0"/>
              </a:spcBef>
              <a:spcAft>
                <a:spcPts val="0"/>
              </a:spcAft>
              <a:buSzPts val="2500"/>
              <a:buNone/>
              <a:defRPr sz="2500"/>
            </a:lvl6pPr>
            <a:lvl7pPr lvl="6" algn="r" rtl="0">
              <a:spcBef>
                <a:spcPts val="0"/>
              </a:spcBef>
              <a:spcAft>
                <a:spcPts val="0"/>
              </a:spcAft>
              <a:buSzPts val="2500"/>
              <a:buNone/>
              <a:defRPr sz="2500"/>
            </a:lvl7pPr>
            <a:lvl8pPr lvl="7" algn="r" rtl="0">
              <a:spcBef>
                <a:spcPts val="0"/>
              </a:spcBef>
              <a:spcAft>
                <a:spcPts val="0"/>
              </a:spcAft>
              <a:buSzPts val="2500"/>
              <a:buNone/>
              <a:defRPr sz="2500"/>
            </a:lvl8pPr>
            <a:lvl9pPr lvl="8" algn="r" rtl="0">
              <a:spcBef>
                <a:spcPts val="0"/>
              </a:spcBef>
              <a:spcAft>
                <a:spcPts val="0"/>
              </a:spcAft>
              <a:buSzPts val="2500"/>
              <a:buNone/>
              <a:defRPr sz="2500"/>
            </a:lvl9pPr>
          </a:lstStyle>
          <a:p>
            <a:endParaRPr/>
          </a:p>
        </p:txBody>
      </p:sp>
      <p:sp>
        <p:nvSpPr>
          <p:cNvPr id="373" name="Google Shape;373;p39"/>
          <p:cNvSpPr txBox="1">
            <a:spLocks noGrp="1"/>
          </p:cNvSpPr>
          <p:nvPr>
            <p:ph type="subTitle" idx="5"/>
          </p:nvPr>
        </p:nvSpPr>
        <p:spPr>
          <a:xfrm>
            <a:off x="2722019" y="3124400"/>
            <a:ext cx="1788600" cy="84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r" rtl="0">
              <a:lnSpc>
                <a:spcPct val="100000"/>
              </a:lnSpc>
              <a:spcBef>
                <a:spcPts val="0"/>
              </a:spcBef>
              <a:spcAft>
                <a:spcPts val="0"/>
              </a:spcAft>
              <a:buSzPts val="1600"/>
              <a:buNone/>
              <a:defRPr/>
            </a:lvl2pPr>
            <a:lvl3pPr lvl="2" algn="r" rtl="0">
              <a:lnSpc>
                <a:spcPct val="100000"/>
              </a:lnSpc>
              <a:spcBef>
                <a:spcPts val="0"/>
              </a:spcBef>
              <a:spcAft>
                <a:spcPts val="0"/>
              </a:spcAft>
              <a:buSzPts val="1600"/>
              <a:buNone/>
              <a:defRPr/>
            </a:lvl3pPr>
            <a:lvl4pPr lvl="3" algn="r" rtl="0">
              <a:lnSpc>
                <a:spcPct val="100000"/>
              </a:lnSpc>
              <a:spcBef>
                <a:spcPts val="0"/>
              </a:spcBef>
              <a:spcAft>
                <a:spcPts val="0"/>
              </a:spcAft>
              <a:buSzPts val="1600"/>
              <a:buNone/>
              <a:defRPr/>
            </a:lvl4pPr>
            <a:lvl5pPr lvl="4" algn="r" rtl="0">
              <a:lnSpc>
                <a:spcPct val="100000"/>
              </a:lnSpc>
              <a:spcBef>
                <a:spcPts val="0"/>
              </a:spcBef>
              <a:spcAft>
                <a:spcPts val="0"/>
              </a:spcAft>
              <a:buSzPts val="1600"/>
              <a:buNone/>
              <a:defRPr/>
            </a:lvl5pPr>
            <a:lvl6pPr lvl="5" algn="r" rtl="0">
              <a:lnSpc>
                <a:spcPct val="100000"/>
              </a:lnSpc>
              <a:spcBef>
                <a:spcPts val="0"/>
              </a:spcBef>
              <a:spcAft>
                <a:spcPts val="0"/>
              </a:spcAft>
              <a:buSzPts val="1600"/>
              <a:buNone/>
              <a:defRPr/>
            </a:lvl6pPr>
            <a:lvl7pPr lvl="6" algn="r" rtl="0">
              <a:lnSpc>
                <a:spcPct val="100000"/>
              </a:lnSpc>
              <a:spcBef>
                <a:spcPts val="0"/>
              </a:spcBef>
              <a:spcAft>
                <a:spcPts val="0"/>
              </a:spcAft>
              <a:buSzPts val="1600"/>
              <a:buNone/>
              <a:defRPr/>
            </a:lvl7pPr>
            <a:lvl8pPr lvl="7" algn="r" rtl="0">
              <a:lnSpc>
                <a:spcPct val="100000"/>
              </a:lnSpc>
              <a:spcBef>
                <a:spcPts val="0"/>
              </a:spcBef>
              <a:spcAft>
                <a:spcPts val="0"/>
              </a:spcAft>
              <a:buSzPts val="1600"/>
              <a:buNone/>
              <a:defRPr/>
            </a:lvl8pPr>
            <a:lvl9pPr lvl="8" algn="r" rtl="0">
              <a:lnSpc>
                <a:spcPct val="100000"/>
              </a:lnSpc>
              <a:spcBef>
                <a:spcPts val="0"/>
              </a:spcBef>
              <a:spcAft>
                <a:spcPts val="0"/>
              </a:spcAft>
              <a:buSzPts val="1600"/>
              <a:buNone/>
              <a:defRPr/>
            </a:lvl9pPr>
          </a:lstStyle>
          <a:p>
            <a:endParaRPr/>
          </a:p>
        </p:txBody>
      </p:sp>
      <p:sp>
        <p:nvSpPr>
          <p:cNvPr id="374" name="Google Shape;374;p39"/>
          <p:cNvSpPr txBox="1">
            <a:spLocks noGrp="1"/>
          </p:cNvSpPr>
          <p:nvPr>
            <p:ph type="title" idx="6"/>
          </p:nvPr>
        </p:nvSpPr>
        <p:spPr>
          <a:xfrm>
            <a:off x="810613" y="2692525"/>
            <a:ext cx="17886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algn="r" rtl="0">
              <a:spcBef>
                <a:spcPts val="0"/>
              </a:spcBef>
              <a:spcAft>
                <a:spcPts val="0"/>
              </a:spcAft>
              <a:buSzPts val="2500"/>
              <a:buNone/>
              <a:defRPr sz="2500"/>
            </a:lvl2pPr>
            <a:lvl3pPr lvl="2" algn="r" rtl="0">
              <a:spcBef>
                <a:spcPts val="0"/>
              </a:spcBef>
              <a:spcAft>
                <a:spcPts val="0"/>
              </a:spcAft>
              <a:buSzPts val="2500"/>
              <a:buNone/>
              <a:defRPr sz="2500"/>
            </a:lvl3pPr>
            <a:lvl4pPr lvl="3" algn="r" rtl="0">
              <a:spcBef>
                <a:spcPts val="0"/>
              </a:spcBef>
              <a:spcAft>
                <a:spcPts val="0"/>
              </a:spcAft>
              <a:buSzPts val="2500"/>
              <a:buNone/>
              <a:defRPr sz="2500"/>
            </a:lvl4pPr>
            <a:lvl5pPr lvl="4" algn="r" rtl="0">
              <a:spcBef>
                <a:spcPts val="0"/>
              </a:spcBef>
              <a:spcAft>
                <a:spcPts val="0"/>
              </a:spcAft>
              <a:buSzPts val="2500"/>
              <a:buNone/>
              <a:defRPr sz="2500"/>
            </a:lvl5pPr>
            <a:lvl6pPr lvl="5" algn="r" rtl="0">
              <a:spcBef>
                <a:spcPts val="0"/>
              </a:spcBef>
              <a:spcAft>
                <a:spcPts val="0"/>
              </a:spcAft>
              <a:buSzPts val="2500"/>
              <a:buNone/>
              <a:defRPr sz="2500"/>
            </a:lvl6pPr>
            <a:lvl7pPr lvl="6" algn="r" rtl="0">
              <a:spcBef>
                <a:spcPts val="0"/>
              </a:spcBef>
              <a:spcAft>
                <a:spcPts val="0"/>
              </a:spcAft>
              <a:buSzPts val="2500"/>
              <a:buNone/>
              <a:defRPr sz="2500"/>
            </a:lvl7pPr>
            <a:lvl8pPr lvl="7" algn="r" rtl="0">
              <a:spcBef>
                <a:spcPts val="0"/>
              </a:spcBef>
              <a:spcAft>
                <a:spcPts val="0"/>
              </a:spcAft>
              <a:buSzPts val="2500"/>
              <a:buNone/>
              <a:defRPr sz="2500"/>
            </a:lvl8pPr>
            <a:lvl9pPr lvl="8" algn="r" rtl="0">
              <a:spcBef>
                <a:spcPts val="0"/>
              </a:spcBef>
              <a:spcAft>
                <a:spcPts val="0"/>
              </a:spcAft>
              <a:buSzPts val="2500"/>
              <a:buNone/>
              <a:defRPr sz="2500"/>
            </a:lvl9pPr>
          </a:lstStyle>
          <a:p>
            <a:endParaRPr/>
          </a:p>
        </p:txBody>
      </p:sp>
      <p:sp>
        <p:nvSpPr>
          <p:cNvPr id="375" name="Google Shape;375;p39"/>
          <p:cNvSpPr txBox="1">
            <a:spLocks noGrp="1"/>
          </p:cNvSpPr>
          <p:nvPr>
            <p:ph type="subTitle" idx="7"/>
          </p:nvPr>
        </p:nvSpPr>
        <p:spPr>
          <a:xfrm>
            <a:off x="810750" y="3124400"/>
            <a:ext cx="1788600" cy="84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algn="r" rtl="0">
              <a:lnSpc>
                <a:spcPct val="100000"/>
              </a:lnSpc>
              <a:spcBef>
                <a:spcPts val="0"/>
              </a:spcBef>
              <a:spcAft>
                <a:spcPts val="0"/>
              </a:spcAft>
              <a:buSzPts val="1600"/>
              <a:buNone/>
              <a:defRPr/>
            </a:lvl2pPr>
            <a:lvl3pPr lvl="2" algn="r" rtl="0">
              <a:lnSpc>
                <a:spcPct val="100000"/>
              </a:lnSpc>
              <a:spcBef>
                <a:spcPts val="0"/>
              </a:spcBef>
              <a:spcAft>
                <a:spcPts val="0"/>
              </a:spcAft>
              <a:buSzPts val="1600"/>
              <a:buNone/>
              <a:defRPr/>
            </a:lvl3pPr>
            <a:lvl4pPr lvl="3" algn="r" rtl="0">
              <a:lnSpc>
                <a:spcPct val="100000"/>
              </a:lnSpc>
              <a:spcBef>
                <a:spcPts val="0"/>
              </a:spcBef>
              <a:spcAft>
                <a:spcPts val="0"/>
              </a:spcAft>
              <a:buSzPts val="1600"/>
              <a:buNone/>
              <a:defRPr/>
            </a:lvl4pPr>
            <a:lvl5pPr lvl="4" algn="r" rtl="0">
              <a:lnSpc>
                <a:spcPct val="100000"/>
              </a:lnSpc>
              <a:spcBef>
                <a:spcPts val="0"/>
              </a:spcBef>
              <a:spcAft>
                <a:spcPts val="0"/>
              </a:spcAft>
              <a:buSzPts val="1600"/>
              <a:buNone/>
              <a:defRPr/>
            </a:lvl5pPr>
            <a:lvl6pPr lvl="5" algn="r" rtl="0">
              <a:lnSpc>
                <a:spcPct val="100000"/>
              </a:lnSpc>
              <a:spcBef>
                <a:spcPts val="0"/>
              </a:spcBef>
              <a:spcAft>
                <a:spcPts val="0"/>
              </a:spcAft>
              <a:buSzPts val="1600"/>
              <a:buNone/>
              <a:defRPr/>
            </a:lvl6pPr>
            <a:lvl7pPr lvl="6" algn="r" rtl="0">
              <a:lnSpc>
                <a:spcPct val="100000"/>
              </a:lnSpc>
              <a:spcBef>
                <a:spcPts val="0"/>
              </a:spcBef>
              <a:spcAft>
                <a:spcPts val="0"/>
              </a:spcAft>
              <a:buSzPts val="1600"/>
              <a:buNone/>
              <a:defRPr/>
            </a:lvl7pPr>
            <a:lvl8pPr lvl="7" algn="r" rtl="0">
              <a:lnSpc>
                <a:spcPct val="100000"/>
              </a:lnSpc>
              <a:spcBef>
                <a:spcPts val="0"/>
              </a:spcBef>
              <a:spcAft>
                <a:spcPts val="0"/>
              </a:spcAft>
              <a:buSzPts val="1600"/>
              <a:buNone/>
              <a:defRPr/>
            </a:lvl8pPr>
            <a:lvl9pPr lvl="8" algn="r" rtl="0">
              <a:lnSpc>
                <a:spcPct val="100000"/>
              </a:lnSpc>
              <a:spcBef>
                <a:spcPts val="0"/>
              </a:spcBef>
              <a:spcAft>
                <a:spcPts val="0"/>
              </a:spcAft>
              <a:buSzPts val="1600"/>
              <a:buNone/>
              <a:defRPr/>
            </a:lvl9pPr>
          </a:lstStyle>
          <a:p>
            <a:endParaRPr/>
          </a:p>
        </p:txBody>
      </p:sp>
      <p:sp>
        <p:nvSpPr>
          <p:cNvPr id="376" name="Google Shape;376;p39"/>
          <p:cNvSpPr txBox="1">
            <a:spLocks noGrp="1"/>
          </p:cNvSpPr>
          <p:nvPr>
            <p:ph type="title" idx="8"/>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377"/>
        <p:cNvGrpSpPr/>
        <p:nvPr/>
      </p:nvGrpSpPr>
      <p:grpSpPr>
        <a:xfrm>
          <a:off x="0" y="0"/>
          <a:ext cx="0" cy="0"/>
          <a:chOff x="0" y="0"/>
          <a:chExt cx="0" cy="0"/>
        </a:xfrm>
      </p:grpSpPr>
      <p:sp>
        <p:nvSpPr>
          <p:cNvPr id="378" name="Google Shape;378;p40"/>
          <p:cNvSpPr/>
          <p:nvPr/>
        </p:nvSpPr>
        <p:spPr>
          <a:xfrm rot="-10285629">
            <a:off x="6057524" y="-212437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40"/>
          <p:cNvSpPr/>
          <p:nvPr/>
        </p:nvSpPr>
        <p:spPr>
          <a:xfrm flipH="1">
            <a:off x="7942003" y="1004988"/>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40"/>
          <p:cNvSpPr/>
          <p:nvPr/>
        </p:nvSpPr>
        <p:spPr>
          <a:xfrm rot="2839443">
            <a:off x="-308418" y="2442034"/>
            <a:ext cx="6402141" cy="5689181"/>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40"/>
          <p:cNvSpPr/>
          <p:nvPr/>
        </p:nvSpPr>
        <p:spPr>
          <a:xfrm rot="9405665">
            <a:off x="-5036390" y="1932081"/>
            <a:ext cx="7310152" cy="6849835"/>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40"/>
          <p:cNvSpPr/>
          <p:nvPr/>
        </p:nvSpPr>
        <p:spPr>
          <a:xfrm rot="-1478505">
            <a:off x="-435239" y="-2304911"/>
            <a:ext cx="7826136" cy="2877871"/>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40"/>
          <p:cNvSpPr/>
          <p:nvPr/>
        </p:nvSpPr>
        <p:spPr>
          <a:xfrm rot="9555841" flipH="1">
            <a:off x="8042252" y="1808506"/>
            <a:ext cx="8200942" cy="301569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40"/>
          <p:cNvSpPr txBox="1">
            <a:spLocks noGrp="1"/>
          </p:cNvSpPr>
          <p:nvPr>
            <p:ph type="title"/>
          </p:nvPr>
        </p:nvSpPr>
        <p:spPr>
          <a:xfrm>
            <a:off x="1465625" y="1627425"/>
            <a:ext cx="2746500" cy="4602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385" name="Google Shape;385;p40"/>
          <p:cNvSpPr txBox="1">
            <a:spLocks noGrp="1"/>
          </p:cNvSpPr>
          <p:nvPr>
            <p:ph type="subTitle" idx="1"/>
          </p:nvPr>
        </p:nvSpPr>
        <p:spPr>
          <a:xfrm>
            <a:off x="1465675" y="2087600"/>
            <a:ext cx="2746500" cy="46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386" name="Google Shape;386;p40"/>
          <p:cNvSpPr txBox="1">
            <a:spLocks noGrp="1"/>
          </p:cNvSpPr>
          <p:nvPr>
            <p:ph type="title" idx="2"/>
          </p:nvPr>
        </p:nvSpPr>
        <p:spPr>
          <a:xfrm>
            <a:off x="1465625" y="2665450"/>
            <a:ext cx="2746500" cy="4602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387" name="Google Shape;387;p40"/>
          <p:cNvSpPr txBox="1">
            <a:spLocks noGrp="1"/>
          </p:cNvSpPr>
          <p:nvPr>
            <p:ph type="subTitle" idx="3"/>
          </p:nvPr>
        </p:nvSpPr>
        <p:spPr>
          <a:xfrm>
            <a:off x="1465675" y="3124625"/>
            <a:ext cx="2746500" cy="46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388" name="Google Shape;388;p40"/>
          <p:cNvSpPr txBox="1">
            <a:spLocks noGrp="1"/>
          </p:cNvSpPr>
          <p:nvPr>
            <p:ph type="title" idx="4"/>
          </p:nvPr>
        </p:nvSpPr>
        <p:spPr>
          <a:xfrm>
            <a:off x="1465625" y="3703475"/>
            <a:ext cx="2746500" cy="4602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389" name="Google Shape;389;p40"/>
          <p:cNvSpPr txBox="1">
            <a:spLocks noGrp="1"/>
          </p:cNvSpPr>
          <p:nvPr>
            <p:ph type="subTitle" idx="5"/>
          </p:nvPr>
        </p:nvSpPr>
        <p:spPr>
          <a:xfrm>
            <a:off x="1465675" y="4162650"/>
            <a:ext cx="2746500" cy="46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390" name="Google Shape;390;p40"/>
          <p:cNvSpPr txBox="1">
            <a:spLocks noGrp="1"/>
          </p:cNvSpPr>
          <p:nvPr>
            <p:ph type="title" idx="6"/>
          </p:nvPr>
        </p:nvSpPr>
        <p:spPr>
          <a:xfrm>
            <a:off x="5348850" y="1627425"/>
            <a:ext cx="2746500" cy="4602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391" name="Google Shape;391;p40"/>
          <p:cNvSpPr txBox="1">
            <a:spLocks noGrp="1"/>
          </p:cNvSpPr>
          <p:nvPr>
            <p:ph type="subTitle" idx="7"/>
          </p:nvPr>
        </p:nvSpPr>
        <p:spPr>
          <a:xfrm>
            <a:off x="5348900" y="2087600"/>
            <a:ext cx="2746500" cy="46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392" name="Google Shape;392;p40"/>
          <p:cNvSpPr txBox="1">
            <a:spLocks noGrp="1"/>
          </p:cNvSpPr>
          <p:nvPr>
            <p:ph type="title" idx="8"/>
          </p:nvPr>
        </p:nvSpPr>
        <p:spPr>
          <a:xfrm>
            <a:off x="5348850" y="2665450"/>
            <a:ext cx="2746500" cy="4602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393" name="Google Shape;393;p40"/>
          <p:cNvSpPr txBox="1">
            <a:spLocks noGrp="1"/>
          </p:cNvSpPr>
          <p:nvPr>
            <p:ph type="subTitle" idx="9"/>
          </p:nvPr>
        </p:nvSpPr>
        <p:spPr>
          <a:xfrm>
            <a:off x="5348900" y="3124625"/>
            <a:ext cx="2746500" cy="46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394" name="Google Shape;394;p40"/>
          <p:cNvSpPr txBox="1">
            <a:spLocks noGrp="1"/>
          </p:cNvSpPr>
          <p:nvPr>
            <p:ph type="title" idx="13"/>
          </p:nvPr>
        </p:nvSpPr>
        <p:spPr>
          <a:xfrm>
            <a:off x="5348850" y="3703475"/>
            <a:ext cx="2746500" cy="4602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395" name="Google Shape;395;p40"/>
          <p:cNvSpPr txBox="1">
            <a:spLocks noGrp="1"/>
          </p:cNvSpPr>
          <p:nvPr>
            <p:ph type="subTitle" idx="14"/>
          </p:nvPr>
        </p:nvSpPr>
        <p:spPr>
          <a:xfrm>
            <a:off x="5348900" y="4162650"/>
            <a:ext cx="2746500" cy="46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396" name="Google Shape;396;p40"/>
          <p:cNvSpPr txBox="1">
            <a:spLocks noGrp="1"/>
          </p:cNvSpPr>
          <p:nvPr>
            <p:ph type="title" idx="15"/>
          </p:nvPr>
        </p:nvSpPr>
        <p:spPr>
          <a:xfrm>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six columns 1">
  <p:cSld name="CUSTOM_7_1">
    <p:spTree>
      <p:nvGrpSpPr>
        <p:cNvPr id="1" name="Shape 397"/>
        <p:cNvGrpSpPr/>
        <p:nvPr/>
      </p:nvGrpSpPr>
      <p:grpSpPr>
        <a:xfrm>
          <a:off x="0" y="0"/>
          <a:ext cx="0" cy="0"/>
          <a:chOff x="0" y="0"/>
          <a:chExt cx="0" cy="0"/>
        </a:xfrm>
      </p:grpSpPr>
      <p:sp>
        <p:nvSpPr>
          <p:cNvPr id="398" name="Google Shape;398;p41"/>
          <p:cNvSpPr/>
          <p:nvPr/>
        </p:nvSpPr>
        <p:spPr>
          <a:xfrm rot="9339447" flipH="1">
            <a:off x="-5157706" y="2195120"/>
            <a:ext cx="7471555" cy="4771732"/>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41"/>
          <p:cNvSpPr/>
          <p:nvPr/>
        </p:nvSpPr>
        <p:spPr>
          <a:xfrm rot="-10285603">
            <a:off x="7150321" y="-2266383"/>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41"/>
          <p:cNvSpPr/>
          <p:nvPr/>
        </p:nvSpPr>
        <p:spPr>
          <a:xfrm rot="649785">
            <a:off x="6848027" y="-2440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AC9078">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41"/>
          <p:cNvSpPr/>
          <p:nvPr/>
        </p:nvSpPr>
        <p:spPr>
          <a:xfrm rot="813319">
            <a:off x="-4299402" y="-47175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41"/>
          <p:cNvSpPr/>
          <p:nvPr/>
        </p:nvSpPr>
        <p:spPr>
          <a:xfrm rot="9089871">
            <a:off x="7049951" y="1893780"/>
            <a:ext cx="7826200" cy="287789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41"/>
          <p:cNvSpPr/>
          <p:nvPr/>
        </p:nvSpPr>
        <p:spPr>
          <a:xfrm rot="-576017">
            <a:off x="-4825529" y="-672274"/>
            <a:ext cx="7826074" cy="287784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41"/>
          <p:cNvSpPr txBox="1">
            <a:spLocks noGrp="1"/>
          </p:cNvSpPr>
          <p:nvPr>
            <p:ph type="title"/>
          </p:nvPr>
        </p:nvSpPr>
        <p:spPr>
          <a:xfrm>
            <a:off x="721076" y="1932225"/>
            <a:ext cx="22272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405" name="Google Shape;405;p41"/>
          <p:cNvSpPr txBox="1">
            <a:spLocks noGrp="1"/>
          </p:cNvSpPr>
          <p:nvPr>
            <p:ph type="subTitle" idx="1"/>
          </p:nvPr>
        </p:nvSpPr>
        <p:spPr>
          <a:xfrm>
            <a:off x="721125" y="2287900"/>
            <a:ext cx="2227200" cy="66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406" name="Google Shape;406;p41"/>
          <p:cNvSpPr txBox="1">
            <a:spLocks noGrp="1"/>
          </p:cNvSpPr>
          <p:nvPr>
            <p:ph type="title" idx="2"/>
          </p:nvPr>
        </p:nvSpPr>
        <p:spPr>
          <a:xfrm>
            <a:off x="721076" y="3841025"/>
            <a:ext cx="22272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407" name="Google Shape;407;p41"/>
          <p:cNvSpPr txBox="1">
            <a:spLocks noGrp="1"/>
          </p:cNvSpPr>
          <p:nvPr>
            <p:ph type="subTitle" idx="3"/>
          </p:nvPr>
        </p:nvSpPr>
        <p:spPr>
          <a:xfrm>
            <a:off x="721100" y="4196700"/>
            <a:ext cx="2227200" cy="66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408" name="Google Shape;408;p41"/>
          <p:cNvSpPr txBox="1">
            <a:spLocks noGrp="1"/>
          </p:cNvSpPr>
          <p:nvPr>
            <p:ph type="title" idx="4"/>
          </p:nvPr>
        </p:nvSpPr>
        <p:spPr>
          <a:xfrm>
            <a:off x="3458376" y="1932225"/>
            <a:ext cx="22272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409" name="Google Shape;409;p41"/>
          <p:cNvSpPr txBox="1">
            <a:spLocks noGrp="1"/>
          </p:cNvSpPr>
          <p:nvPr>
            <p:ph type="subTitle" idx="5"/>
          </p:nvPr>
        </p:nvSpPr>
        <p:spPr>
          <a:xfrm>
            <a:off x="3458425" y="2287900"/>
            <a:ext cx="2227200" cy="66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410" name="Google Shape;410;p41"/>
          <p:cNvSpPr txBox="1">
            <a:spLocks noGrp="1"/>
          </p:cNvSpPr>
          <p:nvPr>
            <p:ph type="title" idx="6"/>
          </p:nvPr>
        </p:nvSpPr>
        <p:spPr>
          <a:xfrm>
            <a:off x="3458376" y="3841025"/>
            <a:ext cx="22272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411" name="Google Shape;411;p41"/>
          <p:cNvSpPr txBox="1">
            <a:spLocks noGrp="1"/>
          </p:cNvSpPr>
          <p:nvPr>
            <p:ph type="subTitle" idx="7"/>
          </p:nvPr>
        </p:nvSpPr>
        <p:spPr>
          <a:xfrm>
            <a:off x="3458400" y="4196700"/>
            <a:ext cx="2227200" cy="66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412" name="Google Shape;412;p41"/>
          <p:cNvSpPr txBox="1">
            <a:spLocks noGrp="1"/>
          </p:cNvSpPr>
          <p:nvPr>
            <p:ph type="title" idx="8"/>
          </p:nvPr>
        </p:nvSpPr>
        <p:spPr>
          <a:xfrm>
            <a:off x="6195726" y="1932225"/>
            <a:ext cx="22272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413" name="Google Shape;413;p41"/>
          <p:cNvSpPr txBox="1">
            <a:spLocks noGrp="1"/>
          </p:cNvSpPr>
          <p:nvPr>
            <p:ph type="subTitle" idx="9"/>
          </p:nvPr>
        </p:nvSpPr>
        <p:spPr>
          <a:xfrm>
            <a:off x="6195775" y="2287900"/>
            <a:ext cx="2227200" cy="66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414" name="Google Shape;414;p41"/>
          <p:cNvSpPr txBox="1">
            <a:spLocks noGrp="1"/>
          </p:cNvSpPr>
          <p:nvPr>
            <p:ph type="title" idx="13"/>
          </p:nvPr>
        </p:nvSpPr>
        <p:spPr>
          <a:xfrm>
            <a:off x="6195726" y="3841025"/>
            <a:ext cx="2227200" cy="4875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415" name="Google Shape;415;p41"/>
          <p:cNvSpPr txBox="1">
            <a:spLocks noGrp="1"/>
          </p:cNvSpPr>
          <p:nvPr>
            <p:ph type="subTitle" idx="14"/>
          </p:nvPr>
        </p:nvSpPr>
        <p:spPr>
          <a:xfrm>
            <a:off x="6195750" y="4196700"/>
            <a:ext cx="2227200" cy="66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416" name="Google Shape;416;p41"/>
          <p:cNvSpPr txBox="1">
            <a:spLocks noGrp="1"/>
          </p:cNvSpPr>
          <p:nvPr>
            <p:ph type="title" idx="15"/>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six columns 2">
  <p:cSld name="CUSTOM_27">
    <p:spTree>
      <p:nvGrpSpPr>
        <p:cNvPr id="1" name="Shape 417"/>
        <p:cNvGrpSpPr/>
        <p:nvPr/>
      </p:nvGrpSpPr>
      <p:grpSpPr>
        <a:xfrm>
          <a:off x="0" y="0"/>
          <a:ext cx="0" cy="0"/>
          <a:chOff x="0" y="0"/>
          <a:chExt cx="0" cy="0"/>
        </a:xfrm>
      </p:grpSpPr>
      <p:sp>
        <p:nvSpPr>
          <p:cNvPr id="418" name="Google Shape;418;p42"/>
          <p:cNvSpPr/>
          <p:nvPr/>
        </p:nvSpPr>
        <p:spPr>
          <a:xfrm rot="-9339447">
            <a:off x="6847042" y="2970420"/>
            <a:ext cx="7471555" cy="4771732"/>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42"/>
          <p:cNvSpPr/>
          <p:nvPr/>
        </p:nvSpPr>
        <p:spPr>
          <a:xfrm rot="10285603" flipH="1">
            <a:off x="-5277715" y="-2464108"/>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42"/>
          <p:cNvSpPr/>
          <p:nvPr/>
        </p:nvSpPr>
        <p:spPr>
          <a:xfrm rot="-649785" flipH="1">
            <a:off x="-4089159" y="1056050"/>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AC9078">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42"/>
          <p:cNvSpPr/>
          <p:nvPr/>
        </p:nvSpPr>
        <p:spPr>
          <a:xfrm rot="-813319" flipH="1">
            <a:off x="7695609" y="-352217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42"/>
          <p:cNvSpPr/>
          <p:nvPr/>
        </p:nvSpPr>
        <p:spPr>
          <a:xfrm rot="-9089871" flipH="1">
            <a:off x="-5596635" y="1893780"/>
            <a:ext cx="7826200" cy="287789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42"/>
          <p:cNvSpPr/>
          <p:nvPr/>
        </p:nvSpPr>
        <p:spPr>
          <a:xfrm rot="1476017" flipH="1">
            <a:off x="6812373" y="775527"/>
            <a:ext cx="7826071" cy="287784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42"/>
          <p:cNvSpPr txBox="1">
            <a:spLocks noGrp="1"/>
          </p:cNvSpPr>
          <p:nvPr>
            <p:ph type="title"/>
          </p:nvPr>
        </p:nvSpPr>
        <p:spPr>
          <a:xfrm>
            <a:off x="1242888" y="1932225"/>
            <a:ext cx="1874700" cy="487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425" name="Google Shape;425;p42"/>
          <p:cNvSpPr txBox="1">
            <a:spLocks noGrp="1"/>
          </p:cNvSpPr>
          <p:nvPr>
            <p:ph type="subTitle" idx="1"/>
          </p:nvPr>
        </p:nvSpPr>
        <p:spPr>
          <a:xfrm>
            <a:off x="1242930" y="2287900"/>
            <a:ext cx="1874700" cy="66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426" name="Google Shape;426;p42"/>
          <p:cNvSpPr txBox="1">
            <a:spLocks noGrp="1"/>
          </p:cNvSpPr>
          <p:nvPr>
            <p:ph type="title" idx="2"/>
          </p:nvPr>
        </p:nvSpPr>
        <p:spPr>
          <a:xfrm>
            <a:off x="1242889" y="3588576"/>
            <a:ext cx="1874700" cy="487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427" name="Google Shape;427;p42"/>
          <p:cNvSpPr txBox="1">
            <a:spLocks noGrp="1"/>
          </p:cNvSpPr>
          <p:nvPr>
            <p:ph type="subTitle" idx="3"/>
          </p:nvPr>
        </p:nvSpPr>
        <p:spPr>
          <a:xfrm>
            <a:off x="1242909" y="3944251"/>
            <a:ext cx="1874700" cy="66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428" name="Google Shape;428;p42"/>
          <p:cNvSpPr txBox="1">
            <a:spLocks noGrp="1"/>
          </p:cNvSpPr>
          <p:nvPr>
            <p:ph type="title" idx="4"/>
          </p:nvPr>
        </p:nvSpPr>
        <p:spPr>
          <a:xfrm>
            <a:off x="3973163" y="1932225"/>
            <a:ext cx="1874700" cy="487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429" name="Google Shape;429;p42"/>
          <p:cNvSpPr txBox="1">
            <a:spLocks noGrp="1"/>
          </p:cNvSpPr>
          <p:nvPr>
            <p:ph type="subTitle" idx="5"/>
          </p:nvPr>
        </p:nvSpPr>
        <p:spPr>
          <a:xfrm>
            <a:off x="3973205" y="2287900"/>
            <a:ext cx="1874700" cy="66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430" name="Google Shape;430;p42"/>
          <p:cNvSpPr txBox="1">
            <a:spLocks noGrp="1"/>
          </p:cNvSpPr>
          <p:nvPr>
            <p:ph type="title" idx="6"/>
          </p:nvPr>
        </p:nvSpPr>
        <p:spPr>
          <a:xfrm>
            <a:off x="3973164" y="3588576"/>
            <a:ext cx="1874700" cy="487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431" name="Google Shape;431;p42"/>
          <p:cNvSpPr txBox="1">
            <a:spLocks noGrp="1"/>
          </p:cNvSpPr>
          <p:nvPr>
            <p:ph type="subTitle" idx="7"/>
          </p:nvPr>
        </p:nvSpPr>
        <p:spPr>
          <a:xfrm>
            <a:off x="3973184" y="3944251"/>
            <a:ext cx="1874700" cy="66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432" name="Google Shape;432;p42"/>
          <p:cNvSpPr txBox="1">
            <a:spLocks noGrp="1"/>
          </p:cNvSpPr>
          <p:nvPr>
            <p:ph type="title" idx="8"/>
          </p:nvPr>
        </p:nvSpPr>
        <p:spPr>
          <a:xfrm>
            <a:off x="6703489" y="1932225"/>
            <a:ext cx="1874700" cy="487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433" name="Google Shape;433;p42"/>
          <p:cNvSpPr txBox="1">
            <a:spLocks noGrp="1"/>
          </p:cNvSpPr>
          <p:nvPr>
            <p:ph type="subTitle" idx="9"/>
          </p:nvPr>
        </p:nvSpPr>
        <p:spPr>
          <a:xfrm>
            <a:off x="6703530" y="2287900"/>
            <a:ext cx="1874700" cy="66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434" name="Google Shape;434;p42"/>
          <p:cNvSpPr txBox="1">
            <a:spLocks noGrp="1"/>
          </p:cNvSpPr>
          <p:nvPr>
            <p:ph type="title" idx="13"/>
          </p:nvPr>
        </p:nvSpPr>
        <p:spPr>
          <a:xfrm>
            <a:off x="6703489" y="3588576"/>
            <a:ext cx="1874700" cy="487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sz="2000">
                <a:latin typeface="Kulim Park"/>
                <a:ea typeface="Kulim Park"/>
                <a:cs typeface="Kulim Park"/>
                <a:sym typeface="Kulim Park"/>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435" name="Google Shape;435;p42"/>
          <p:cNvSpPr txBox="1">
            <a:spLocks noGrp="1"/>
          </p:cNvSpPr>
          <p:nvPr>
            <p:ph type="subTitle" idx="14"/>
          </p:nvPr>
        </p:nvSpPr>
        <p:spPr>
          <a:xfrm>
            <a:off x="6703509" y="3944251"/>
            <a:ext cx="1874700" cy="66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atin typeface="Manrope"/>
                <a:ea typeface="Manrope"/>
                <a:cs typeface="Manrope"/>
                <a:sym typeface="Manrop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a:endParaRPr/>
          </a:p>
        </p:txBody>
      </p:sp>
      <p:sp>
        <p:nvSpPr>
          <p:cNvPr id="436" name="Google Shape;436;p42"/>
          <p:cNvSpPr txBox="1">
            <a:spLocks noGrp="1"/>
          </p:cNvSpPr>
          <p:nvPr>
            <p:ph type="title" idx="15"/>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437"/>
        <p:cNvGrpSpPr/>
        <p:nvPr/>
      </p:nvGrpSpPr>
      <p:grpSpPr>
        <a:xfrm>
          <a:off x="0" y="0"/>
          <a:ext cx="0" cy="0"/>
          <a:chOff x="0" y="0"/>
          <a:chExt cx="0" cy="0"/>
        </a:xfrm>
      </p:grpSpPr>
      <p:sp>
        <p:nvSpPr>
          <p:cNvPr id="438" name="Google Shape;438;p43"/>
          <p:cNvSpPr/>
          <p:nvPr/>
        </p:nvSpPr>
        <p:spPr>
          <a:xfrm rot="813319">
            <a:off x="-2477752" y="-30743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43"/>
          <p:cNvSpPr/>
          <p:nvPr/>
        </p:nvSpPr>
        <p:spPr>
          <a:xfrm rot="3394465" flipH="1">
            <a:off x="3077084" y="34332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43"/>
          <p:cNvSpPr/>
          <p:nvPr/>
        </p:nvSpPr>
        <p:spPr>
          <a:xfrm>
            <a:off x="5315177" y="-12434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43"/>
          <p:cNvSpPr/>
          <p:nvPr/>
        </p:nvSpPr>
        <p:spPr>
          <a:xfrm rot="3406877">
            <a:off x="3098060" y="-32126"/>
            <a:ext cx="7826090" cy="287785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43"/>
          <p:cNvSpPr/>
          <p:nvPr/>
        </p:nvSpPr>
        <p:spPr>
          <a:xfrm rot="-649760" flipH="1">
            <a:off x="7075142" y="-713258"/>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43"/>
          <p:cNvSpPr/>
          <p:nvPr/>
        </p:nvSpPr>
        <p:spPr>
          <a:xfrm rot="-10285603">
            <a:off x="-4701904" y="2889692"/>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43"/>
          <p:cNvSpPr txBox="1">
            <a:spLocks noGrp="1"/>
          </p:cNvSpPr>
          <p:nvPr>
            <p:ph type="title" hasCustomPrompt="1"/>
          </p:nvPr>
        </p:nvSpPr>
        <p:spPr>
          <a:xfrm>
            <a:off x="723300" y="751975"/>
            <a:ext cx="4696800" cy="1323000"/>
          </a:xfrm>
          <a:prstGeom prst="rect">
            <a:avLst/>
          </a:prstGeom>
        </p:spPr>
        <p:txBody>
          <a:bodyPr spcFirstLastPara="1" wrap="square" lIns="91425" tIns="91425" rIns="91425" bIns="91425" anchor="b" anchorCtr="0">
            <a:noAutofit/>
          </a:bodyPr>
          <a:lstStyle>
            <a:lvl1pPr lvl="0" algn="l" rtl="0">
              <a:spcBef>
                <a:spcPts val="0"/>
              </a:spcBef>
              <a:spcAft>
                <a:spcPts val="0"/>
              </a:spcAft>
              <a:buSzPts val="6000"/>
              <a:buNone/>
              <a:defRPr sz="73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445" name="Google Shape;445;p43"/>
          <p:cNvSpPr txBox="1">
            <a:spLocks noGrp="1"/>
          </p:cNvSpPr>
          <p:nvPr>
            <p:ph type="subTitle" idx="1"/>
          </p:nvPr>
        </p:nvSpPr>
        <p:spPr>
          <a:xfrm>
            <a:off x="723300" y="2038177"/>
            <a:ext cx="4696800" cy="50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Font typeface="PT Sans"/>
              <a:buNon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Font typeface="PT Sans"/>
              <a:buNone/>
              <a:defRPr>
                <a:latin typeface="PT Sans"/>
                <a:ea typeface="PT Sans"/>
                <a:cs typeface="PT Sans"/>
                <a:sym typeface="PT Sans"/>
              </a:defRPr>
            </a:lvl4pPr>
            <a:lvl5pPr lvl="4" rtl="0">
              <a:lnSpc>
                <a:spcPct val="100000"/>
              </a:lnSpc>
              <a:spcBef>
                <a:spcPts val="0"/>
              </a:spcBef>
              <a:spcAft>
                <a:spcPts val="0"/>
              </a:spcAft>
              <a:buSzPts val="1600"/>
              <a:buFont typeface="PT Sans"/>
              <a:buNone/>
              <a:defRPr>
                <a:latin typeface="PT Sans"/>
                <a:ea typeface="PT Sans"/>
                <a:cs typeface="PT Sans"/>
                <a:sym typeface="PT Sans"/>
              </a:defRPr>
            </a:lvl5pPr>
            <a:lvl6pPr lvl="5" rtl="0">
              <a:lnSpc>
                <a:spcPct val="100000"/>
              </a:lnSpc>
              <a:spcBef>
                <a:spcPts val="0"/>
              </a:spcBef>
              <a:spcAft>
                <a:spcPts val="0"/>
              </a:spcAft>
              <a:buSzPts val="1600"/>
              <a:buFont typeface="PT Sans"/>
              <a:buNone/>
              <a:defRPr>
                <a:latin typeface="PT Sans"/>
                <a:ea typeface="PT Sans"/>
                <a:cs typeface="PT Sans"/>
                <a:sym typeface="PT Sans"/>
              </a:defRPr>
            </a:lvl6pPr>
            <a:lvl7pPr lvl="6" rtl="0">
              <a:lnSpc>
                <a:spcPct val="100000"/>
              </a:lnSpc>
              <a:spcBef>
                <a:spcPts val="0"/>
              </a:spcBef>
              <a:spcAft>
                <a:spcPts val="0"/>
              </a:spcAft>
              <a:buSzPts val="1600"/>
              <a:buFont typeface="PT Sans"/>
              <a:buNone/>
              <a:defRPr>
                <a:latin typeface="PT Sans"/>
                <a:ea typeface="PT Sans"/>
                <a:cs typeface="PT Sans"/>
                <a:sym typeface="PT Sans"/>
              </a:defRPr>
            </a:lvl7pPr>
            <a:lvl8pPr lvl="7" rtl="0">
              <a:lnSpc>
                <a:spcPct val="100000"/>
              </a:lnSpc>
              <a:spcBef>
                <a:spcPts val="0"/>
              </a:spcBef>
              <a:spcAft>
                <a:spcPts val="0"/>
              </a:spcAft>
              <a:buSzPts val="1600"/>
              <a:buFont typeface="PT Sans"/>
              <a:buNone/>
              <a:defRPr>
                <a:latin typeface="PT Sans"/>
                <a:ea typeface="PT Sans"/>
                <a:cs typeface="PT Sans"/>
                <a:sym typeface="PT Sans"/>
              </a:defRPr>
            </a:lvl8pPr>
            <a:lvl9pPr lvl="8" rtl="0">
              <a:lnSpc>
                <a:spcPct val="100000"/>
              </a:lnSpc>
              <a:spcBef>
                <a:spcPts val="0"/>
              </a:spcBef>
              <a:spcAft>
                <a:spcPts val="0"/>
              </a:spcAft>
              <a:buSzPts val="1600"/>
              <a:buFont typeface="PT Sans"/>
              <a:buNone/>
              <a:defRPr>
                <a:latin typeface="PT Sans"/>
                <a:ea typeface="PT Sans"/>
                <a:cs typeface="PT Sans"/>
                <a:sym typeface="PT Sans"/>
              </a:defRPr>
            </a:lvl9pPr>
          </a:lstStyle>
          <a:p>
            <a:endParaRPr/>
          </a:p>
        </p:txBody>
      </p:sp>
      <p:sp>
        <p:nvSpPr>
          <p:cNvPr id="446" name="Google Shape;446;p43"/>
          <p:cNvSpPr txBox="1">
            <a:spLocks noGrp="1"/>
          </p:cNvSpPr>
          <p:nvPr>
            <p:ph type="title" idx="2" hasCustomPrompt="1"/>
          </p:nvPr>
        </p:nvSpPr>
        <p:spPr>
          <a:xfrm>
            <a:off x="723300" y="2598825"/>
            <a:ext cx="4696800" cy="1323000"/>
          </a:xfrm>
          <a:prstGeom prst="rect">
            <a:avLst/>
          </a:prstGeom>
        </p:spPr>
        <p:txBody>
          <a:bodyPr spcFirstLastPara="1" wrap="square" lIns="91425" tIns="91425" rIns="91425" bIns="91425" anchor="b" anchorCtr="0">
            <a:noAutofit/>
          </a:bodyPr>
          <a:lstStyle>
            <a:lvl1pPr lvl="0" algn="l" rtl="0">
              <a:spcBef>
                <a:spcPts val="0"/>
              </a:spcBef>
              <a:spcAft>
                <a:spcPts val="0"/>
              </a:spcAft>
              <a:buSzPts val="6000"/>
              <a:buNone/>
              <a:defRPr sz="73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447" name="Google Shape;447;p43"/>
          <p:cNvSpPr txBox="1">
            <a:spLocks noGrp="1"/>
          </p:cNvSpPr>
          <p:nvPr>
            <p:ph type="subTitle" idx="3"/>
          </p:nvPr>
        </p:nvSpPr>
        <p:spPr>
          <a:xfrm>
            <a:off x="723300" y="3889928"/>
            <a:ext cx="4696800" cy="50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Font typeface="PT Sans"/>
              <a:buNon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Font typeface="PT Sans"/>
              <a:buNone/>
              <a:defRPr>
                <a:latin typeface="PT Sans"/>
                <a:ea typeface="PT Sans"/>
                <a:cs typeface="PT Sans"/>
                <a:sym typeface="PT Sans"/>
              </a:defRPr>
            </a:lvl4pPr>
            <a:lvl5pPr lvl="4" rtl="0">
              <a:lnSpc>
                <a:spcPct val="100000"/>
              </a:lnSpc>
              <a:spcBef>
                <a:spcPts val="0"/>
              </a:spcBef>
              <a:spcAft>
                <a:spcPts val="0"/>
              </a:spcAft>
              <a:buSzPts val="1600"/>
              <a:buFont typeface="PT Sans"/>
              <a:buNone/>
              <a:defRPr>
                <a:latin typeface="PT Sans"/>
                <a:ea typeface="PT Sans"/>
                <a:cs typeface="PT Sans"/>
                <a:sym typeface="PT Sans"/>
              </a:defRPr>
            </a:lvl5pPr>
            <a:lvl6pPr lvl="5" rtl="0">
              <a:lnSpc>
                <a:spcPct val="100000"/>
              </a:lnSpc>
              <a:spcBef>
                <a:spcPts val="0"/>
              </a:spcBef>
              <a:spcAft>
                <a:spcPts val="0"/>
              </a:spcAft>
              <a:buSzPts val="1600"/>
              <a:buFont typeface="PT Sans"/>
              <a:buNone/>
              <a:defRPr>
                <a:latin typeface="PT Sans"/>
                <a:ea typeface="PT Sans"/>
                <a:cs typeface="PT Sans"/>
                <a:sym typeface="PT Sans"/>
              </a:defRPr>
            </a:lvl6pPr>
            <a:lvl7pPr lvl="6" rtl="0">
              <a:lnSpc>
                <a:spcPct val="100000"/>
              </a:lnSpc>
              <a:spcBef>
                <a:spcPts val="0"/>
              </a:spcBef>
              <a:spcAft>
                <a:spcPts val="0"/>
              </a:spcAft>
              <a:buSzPts val="1600"/>
              <a:buFont typeface="PT Sans"/>
              <a:buNone/>
              <a:defRPr>
                <a:latin typeface="PT Sans"/>
                <a:ea typeface="PT Sans"/>
                <a:cs typeface="PT Sans"/>
                <a:sym typeface="PT Sans"/>
              </a:defRPr>
            </a:lvl7pPr>
            <a:lvl8pPr lvl="7" rtl="0">
              <a:lnSpc>
                <a:spcPct val="100000"/>
              </a:lnSpc>
              <a:spcBef>
                <a:spcPts val="0"/>
              </a:spcBef>
              <a:spcAft>
                <a:spcPts val="0"/>
              </a:spcAft>
              <a:buSzPts val="1600"/>
              <a:buFont typeface="PT Sans"/>
              <a:buNone/>
              <a:defRPr>
                <a:latin typeface="PT Sans"/>
                <a:ea typeface="PT Sans"/>
                <a:cs typeface="PT Sans"/>
                <a:sym typeface="PT Sans"/>
              </a:defRPr>
            </a:lvl8pPr>
            <a:lvl9pPr lvl="8" rtl="0">
              <a:lnSpc>
                <a:spcPct val="100000"/>
              </a:lnSpc>
              <a:spcBef>
                <a:spcPts val="0"/>
              </a:spcBef>
              <a:spcAft>
                <a:spcPts val="0"/>
              </a:spcAft>
              <a:buSzPts val="1600"/>
              <a:buFont typeface="PT Sans"/>
              <a:buNone/>
              <a:defRPr>
                <a:latin typeface="PT Sans"/>
                <a:ea typeface="PT Sans"/>
                <a:cs typeface="PT Sans"/>
                <a:sym typeface="PT Sans"/>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Numbers and text 1">
  <p:cSld name="CUSTOM_29">
    <p:spTree>
      <p:nvGrpSpPr>
        <p:cNvPr id="1" name="Shape 448"/>
        <p:cNvGrpSpPr/>
        <p:nvPr/>
      </p:nvGrpSpPr>
      <p:grpSpPr>
        <a:xfrm>
          <a:off x="0" y="0"/>
          <a:ext cx="0" cy="0"/>
          <a:chOff x="0" y="0"/>
          <a:chExt cx="0" cy="0"/>
        </a:xfrm>
      </p:grpSpPr>
      <p:sp>
        <p:nvSpPr>
          <p:cNvPr id="449" name="Google Shape;449;p44"/>
          <p:cNvSpPr/>
          <p:nvPr/>
        </p:nvSpPr>
        <p:spPr>
          <a:xfrm rot="-813319" flipH="1">
            <a:off x="4461871" y="-38204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44"/>
          <p:cNvSpPr/>
          <p:nvPr/>
        </p:nvSpPr>
        <p:spPr>
          <a:xfrm rot="-3394465">
            <a:off x="-4415599" y="34332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44"/>
          <p:cNvSpPr/>
          <p:nvPr/>
        </p:nvSpPr>
        <p:spPr>
          <a:xfrm flipH="1">
            <a:off x="-3718816" y="-232974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44"/>
          <p:cNvSpPr/>
          <p:nvPr/>
        </p:nvSpPr>
        <p:spPr>
          <a:xfrm rot="-3406877" flipH="1">
            <a:off x="4741603" y="2701799"/>
            <a:ext cx="7826090" cy="2877855"/>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44"/>
          <p:cNvSpPr/>
          <p:nvPr/>
        </p:nvSpPr>
        <p:spPr>
          <a:xfrm rot="649760">
            <a:off x="-3160798" y="3729042"/>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44"/>
          <p:cNvSpPr/>
          <p:nvPr/>
        </p:nvSpPr>
        <p:spPr>
          <a:xfrm rot="10285603" flipH="1">
            <a:off x="4594972" y="2889692"/>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44"/>
          <p:cNvSpPr txBox="1">
            <a:spLocks noGrp="1"/>
          </p:cNvSpPr>
          <p:nvPr>
            <p:ph type="title" hasCustomPrompt="1"/>
          </p:nvPr>
        </p:nvSpPr>
        <p:spPr>
          <a:xfrm>
            <a:off x="2223600" y="539500"/>
            <a:ext cx="4696800" cy="8553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56" name="Google Shape;456;p44"/>
          <p:cNvSpPr txBox="1">
            <a:spLocks noGrp="1"/>
          </p:cNvSpPr>
          <p:nvPr>
            <p:ph type="subTitle" idx="1"/>
          </p:nvPr>
        </p:nvSpPr>
        <p:spPr>
          <a:xfrm>
            <a:off x="2223600" y="1437838"/>
            <a:ext cx="4696800" cy="34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Font typeface="PT Sans"/>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Font typeface="PT Sans"/>
              <a:buNone/>
              <a:defRPr>
                <a:latin typeface="PT Sans"/>
                <a:ea typeface="PT Sans"/>
                <a:cs typeface="PT Sans"/>
                <a:sym typeface="PT Sans"/>
              </a:defRPr>
            </a:lvl4pPr>
            <a:lvl5pPr lvl="4" algn="ctr" rtl="0">
              <a:lnSpc>
                <a:spcPct val="100000"/>
              </a:lnSpc>
              <a:spcBef>
                <a:spcPts val="0"/>
              </a:spcBef>
              <a:spcAft>
                <a:spcPts val="0"/>
              </a:spcAft>
              <a:buSzPts val="1600"/>
              <a:buFont typeface="PT Sans"/>
              <a:buNone/>
              <a:defRPr>
                <a:latin typeface="PT Sans"/>
                <a:ea typeface="PT Sans"/>
                <a:cs typeface="PT Sans"/>
                <a:sym typeface="PT Sans"/>
              </a:defRPr>
            </a:lvl5pPr>
            <a:lvl6pPr lvl="5" algn="ctr" rtl="0">
              <a:lnSpc>
                <a:spcPct val="100000"/>
              </a:lnSpc>
              <a:spcBef>
                <a:spcPts val="0"/>
              </a:spcBef>
              <a:spcAft>
                <a:spcPts val="0"/>
              </a:spcAft>
              <a:buSzPts val="1600"/>
              <a:buFont typeface="PT Sans"/>
              <a:buNone/>
              <a:defRPr>
                <a:latin typeface="PT Sans"/>
                <a:ea typeface="PT Sans"/>
                <a:cs typeface="PT Sans"/>
                <a:sym typeface="PT Sans"/>
              </a:defRPr>
            </a:lvl6pPr>
            <a:lvl7pPr lvl="6" algn="ctr" rtl="0">
              <a:lnSpc>
                <a:spcPct val="100000"/>
              </a:lnSpc>
              <a:spcBef>
                <a:spcPts val="0"/>
              </a:spcBef>
              <a:spcAft>
                <a:spcPts val="0"/>
              </a:spcAft>
              <a:buSzPts val="1600"/>
              <a:buFont typeface="PT Sans"/>
              <a:buNone/>
              <a:defRPr>
                <a:latin typeface="PT Sans"/>
                <a:ea typeface="PT Sans"/>
                <a:cs typeface="PT Sans"/>
                <a:sym typeface="PT Sans"/>
              </a:defRPr>
            </a:lvl7pPr>
            <a:lvl8pPr lvl="7" algn="ctr" rtl="0">
              <a:lnSpc>
                <a:spcPct val="100000"/>
              </a:lnSpc>
              <a:spcBef>
                <a:spcPts val="0"/>
              </a:spcBef>
              <a:spcAft>
                <a:spcPts val="0"/>
              </a:spcAft>
              <a:buSzPts val="1600"/>
              <a:buFont typeface="PT Sans"/>
              <a:buNone/>
              <a:defRPr>
                <a:latin typeface="PT Sans"/>
                <a:ea typeface="PT Sans"/>
                <a:cs typeface="PT Sans"/>
                <a:sym typeface="PT Sans"/>
              </a:defRPr>
            </a:lvl8pPr>
            <a:lvl9pPr lvl="8" algn="ctr" rtl="0">
              <a:lnSpc>
                <a:spcPct val="100000"/>
              </a:lnSpc>
              <a:spcBef>
                <a:spcPts val="0"/>
              </a:spcBef>
              <a:spcAft>
                <a:spcPts val="0"/>
              </a:spcAft>
              <a:buSzPts val="1600"/>
              <a:buFont typeface="PT Sans"/>
              <a:buNone/>
              <a:defRPr>
                <a:latin typeface="PT Sans"/>
                <a:ea typeface="PT Sans"/>
                <a:cs typeface="PT Sans"/>
                <a:sym typeface="PT Sans"/>
              </a:defRPr>
            </a:lvl9pPr>
          </a:lstStyle>
          <a:p>
            <a:endParaRPr/>
          </a:p>
        </p:txBody>
      </p:sp>
      <p:sp>
        <p:nvSpPr>
          <p:cNvPr id="457" name="Google Shape;457;p44"/>
          <p:cNvSpPr txBox="1">
            <a:spLocks noGrp="1"/>
          </p:cNvSpPr>
          <p:nvPr>
            <p:ph type="title" idx="2" hasCustomPrompt="1"/>
          </p:nvPr>
        </p:nvSpPr>
        <p:spPr>
          <a:xfrm>
            <a:off x="2223600" y="3354350"/>
            <a:ext cx="4696800" cy="8553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58" name="Google Shape;458;p44"/>
          <p:cNvSpPr txBox="1">
            <a:spLocks noGrp="1"/>
          </p:cNvSpPr>
          <p:nvPr>
            <p:ph type="subTitle" idx="3"/>
          </p:nvPr>
        </p:nvSpPr>
        <p:spPr>
          <a:xfrm>
            <a:off x="2223600" y="4257426"/>
            <a:ext cx="4696800" cy="34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Font typeface="PT Sans"/>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Font typeface="PT Sans"/>
              <a:buNone/>
              <a:defRPr>
                <a:latin typeface="PT Sans"/>
                <a:ea typeface="PT Sans"/>
                <a:cs typeface="PT Sans"/>
                <a:sym typeface="PT Sans"/>
              </a:defRPr>
            </a:lvl4pPr>
            <a:lvl5pPr lvl="4" algn="ctr" rtl="0">
              <a:lnSpc>
                <a:spcPct val="100000"/>
              </a:lnSpc>
              <a:spcBef>
                <a:spcPts val="0"/>
              </a:spcBef>
              <a:spcAft>
                <a:spcPts val="0"/>
              </a:spcAft>
              <a:buSzPts val="1600"/>
              <a:buFont typeface="PT Sans"/>
              <a:buNone/>
              <a:defRPr>
                <a:latin typeface="PT Sans"/>
                <a:ea typeface="PT Sans"/>
                <a:cs typeface="PT Sans"/>
                <a:sym typeface="PT Sans"/>
              </a:defRPr>
            </a:lvl5pPr>
            <a:lvl6pPr lvl="5" algn="ctr" rtl="0">
              <a:lnSpc>
                <a:spcPct val="100000"/>
              </a:lnSpc>
              <a:spcBef>
                <a:spcPts val="0"/>
              </a:spcBef>
              <a:spcAft>
                <a:spcPts val="0"/>
              </a:spcAft>
              <a:buSzPts val="1600"/>
              <a:buFont typeface="PT Sans"/>
              <a:buNone/>
              <a:defRPr>
                <a:latin typeface="PT Sans"/>
                <a:ea typeface="PT Sans"/>
                <a:cs typeface="PT Sans"/>
                <a:sym typeface="PT Sans"/>
              </a:defRPr>
            </a:lvl6pPr>
            <a:lvl7pPr lvl="6" algn="ctr" rtl="0">
              <a:lnSpc>
                <a:spcPct val="100000"/>
              </a:lnSpc>
              <a:spcBef>
                <a:spcPts val="0"/>
              </a:spcBef>
              <a:spcAft>
                <a:spcPts val="0"/>
              </a:spcAft>
              <a:buSzPts val="1600"/>
              <a:buFont typeface="PT Sans"/>
              <a:buNone/>
              <a:defRPr>
                <a:latin typeface="PT Sans"/>
                <a:ea typeface="PT Sans"/>
                <a:cs typeface="PT Sans"/>
                <a:sym typeface="PT Sans"/>
              </a:defRPr>
            </a:lvl7pPr>
            <a:lvl8pPr lvl="7" algn="ctr" rtl="0">
              <a:lnSpc>
                <a:spcPct val="100000"/>
              </a:lnSpc>
              <a:spcBef>
                <a:spcPts val="0"/>
              </a:spcBef>
              <a:spcAft>
                <a:spcPts val="0"/>
              </a:spcAft>
              <a:buSzPts val="1600"/>
              <a:buFont typeface="PT Sans"/>
              <a:buNone/>
              <a:defRPr>
                <a:latin typeface="PT Sans"/>
                <a:ea typeface="PT Sans"/>
                <a:cs typeface="PT Sans"/>
                <a:sym typeface="PT Sans"/>
              </a:defRPr>
            </a:lvl8pPr>
            <a:lvl9pPr lvl="8" algn="ctr" rtl="0">
              <a:lnSpc>
                <a:spcPct val="100000"/>
              </a:lnSpc>
              <a:spcBef>
                <a:spcPts val="0"/>
              </a:spcBef>
              <a:spcAft>
                <a:spcPts val="0"/>
              </a:spcAft>
              <a:buSzPts val="1600"/>
              <a:buFont typeface="PT Sans"/>
              <a:buNone/>
              <a:defRPr>
                <a:latin typeface="PT Sans"/>
                <a:ea typeface="PT Sans"/>
                <a:cs typeface="PT Sans"/>
                <a:sym typeface="PT Sans"/>
              </a:defRPr>
            </a:lvl9pPr>
          </a:lstStyle>
          <a:p>
            <a:endParaRPr/>
          </a:p>
        </p:txBody>
      </p:sp>
      <p:sp>
        <p:nvSpPr>
          <p:cNvPr id="459" name="Google Shape;459;p44"/>
          <p:cNvSpPr txBox="1">
            <a:spLocks noGrp="1"/>
          </p:cNvSpPr>
          <p:nvPr>
            <p:ph type="title" idx="4" hasCustomPrompt="1"/>
          </p:nvPr>
        </p:nvSpPr>
        <p:spPr>
          <a:xfrm>
            <a:off x="2223600" y="1944550"/>
            <a:ext cx="4696800" cy="8553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60" name="Google Shape;460;p44"/>
          <p:cNvSpPr txBox="1">
            <a:spLocks noGrp="1"/>
          </p:cNvSpPr>
          <p:nvPr>
            <p:ph type="subTitle" idx="5"/>
          </p:nvPr>
        </p:nvSpPr>
        <p:spPr>
          <a:xfrm>
            <a:off x="2223600" y="2847626"/>
            <a:ext cx="4696800" cy="34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Font typeface="PT Sans"/>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Font typeface="PT Sans"/>
              <a:buNone/>
              <a:defRPr>
                <a:latin typeface="PT Sans"/>
                <a:ea typeface="PT Sans"/>
                <a:cs typeface="PT Sans"/>
                <a:sym typeface="PT Sans"/>
              </a:defRPr>
            </a:lvl4pPr>
            <a:lvl5pPr lvl="4" algn="ctr" rtl="0">
              <a:lnSpc>
                <a:spcPct val="100000"/>
              </a:lnSpc>
              <a:spcBef>
                <a:spcPts val="0"/>
              </a:spcBef>
              <a:spcAft>
                <a:spcPts val="0"/>
              </a:spcAft>
              <a:buSzPts val="1600"/>
              <a:buFont typeface="PT Sans"/>
              <a:buNone/>
              <a:defRPr>
                <a:latin typeface="PT Sans"/>
                <a:ea typeface="PT Sans"/>
                <a:cs typeface="PT Sans"/>
                <a:sym typeface="PT Sans"/>
              </a:defRPr>
            </a:lvl5pPr>
            <a:lvl6pPr lvl="5" algn="ctr" rtl="0">
              <a:lnSpc>
                <a:spcPct val="100000"/>
              </a:lnSpc>
              <a:spcBef>
                <a:spcPts val="0"/>
              </a:spcBef>
              <a:spcAft>
                <a:spcPts val="0"/>
              </a:spcAft>
              <a:buSzPts val="1600"/>
              <a:buFont typeface="PT Sans"/>
              <a:buNone/>
              <a:defRPr>
                <a:latin typeface="PT Sans"/>
                <a:ea typeface="PT Sans"/>
                <a:cs typeface="PT Sans"/>
                <a:sym typeface="PT Sans"/>
              </a:defRPr>
            </a:lvl6pPr>
            <a:lvl7pPr lvl="6" algn="ctr" rtl="0">
              <a:lnSpc>
                <a:spcPct val="100000"/>
              </a:lnSpc>
              <a:spcBef>
                <a:spcPts val="0"/>
              </a:spcBef>
              <a:spcAft>
                <a:spcPts val="0"/>
              </a:spcAft>
              <a:buSzPts val="1600"/>
              <a:buFont typeface="PT Sans"/>
              <a:buNone/>
              <a:defRPr>
                <a:latin typeface="PT Sans"/>
                <a:ea typeface="PT Sans"/>
                <a:cs typeface="PT Sans"/>
                <a:sym typeface="PT Sans"/>
              </a:defRPr>
            </a:lvl7pPr>
            <a:lvl8pPr lvl="7" algn="ctr" rtl="0">
              <a:lnSpc>
                <a:spcPct val="100000"/>
              </a:lnSpc>
              <a:spcBef>
                <a:spcPts val="0"/>
              </a:spcBef>
              <a:spcAft>
                <a:spcPts val="0"/>
              </a:spcAft>
              <a:buSzPts val="1600"/>
              <a:buFont typeface="PT Sans"/>
              <a:buNone/>
              <a:defRPr>
                <a:latin typeface="PT Sans"/>
                <a:ea typeface="PT Sans"/>
                <a:cs typeface="PT Sans"/>
                <a:sym typeface="PT Sans"/>
              </a:defRPr>
            </a:lvl8pPr>
            <a:lvl9pPr lvl="8" algn="ctr" rtl="0">
              <a:lnSpc>
                <a:spcPct val="100000"/>
              </a:lnSpc>
              <a:spcBef>
                <a:spcPts val="0"/>
              </a:spcBef>
              <a:spcAft>
                <a:spcPts val="0"/>
              </a:spcAft>
              <a:buSzPts val="1600"/>
              <a:buFont typeface="PT Sans"/>
              <a:buNone/>
              <a:defRPr>
                <a:latin typeface="PT Sans"/>
                <a:ea typeface="PT Sans"/>
                <a:cs typeface="PT Sans"/>
                <a:sym typeface="PT Sans"/>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Numbers and text 2">
  <p:cSld name="CUSTOM_8_1">
    <p:spTree>
      <p:nvGrpSpPr>
        <p:cNvPr id="1" name="Shape 461"/>
        <p:cNvGrpSpPr/>
        <p:nvPr/>
      </p:nvGrpSpPr>
      <p:grpSpPr>
        <a:xfrm>
          <a:off x="0" y="0"/>
          <a:ext cx="0" cy="0"/>
          <a:chOff x="0" y="0"/>
          <a:chExt cx="0" cy="0"/>
        </a:xfrm>
      </p:grpSpPr>
      <p:sp>
        <p:nvSpPr>
          <p:cNvPr id="462" name="Google Shape;462;p45"/>
          <p:cNvSpPr/>
          <p:nvPr/>
        </p:nvSpPr>
        <p:spPr>
          <a:xfrm rot="-3394465">
            <a:off x="-2929870" y="34332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45"/>
          <p:cNvSpPr/>
          <p:nvPr/>
        </p:nvSpPr>
        <p:spPr>
          <a:xfrm flipH="1">
            <a:off x="-4081962" y="-12434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45"/>
          <p:cNvSpPr/>
          <p:nvPr/>
        </p:nvSpPr>
        <p:spPr>
          <a:xfrm rot="-3952094" flipH="1">
            <a:off x="-3954406" y="-32116"/>
            <a:ext cx="7826127" cy="287786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45"/>
          <p:cNvSpPr/>
          <p:nvPr/>
        </p:nvSpPr>
        <p:spPr>
          <a:xfrm rot="649760">
            <a:off x="-3199069" y="-713258"/>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45"/>
          <p:cNvSpPr/>
          <p:nvPr/>
        </p:nvSpPr>
        <p:spPr>
          <a:xfrm rot="-813319" flipH="1">
            <a:off x="4926200" y="-30743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45"/>
          <p:cNvSpPr/>
          <p:nvPr/>
        </p:nvSpPr>
        <p:spPr>
          <a:xfrm rot="10285603" flipH="1">
            <a:off x="6080701" y="3752842"/>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45"/>
          <p:cNvSpPr/>
          <p:nvPr/>
        </p:nvSpPr>
        <p:spPr>
          <a:xfrm rot="7426355" flipH="1">
            <a:off x="6582052" y="1132830"/>
            <a:ext cx="7826046" cy="287783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45"/>
          <p:cNvSpPr txBox="1">
            <a:spLocks noGrp="1"/>
          </p:cNvSpPr>
          <p:nvPr>
            <p:ph type="title"/>
          </p:nvPr>
        </p:nvSpPr>
        <p:spPr>
          <a:xfrm flipH="1">
            <a:off x="719925" y="437700"/>
            <a:ext cx="7704000" cy="657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2800"/>
              <a:buNone/>
              <a:defRPr sz="3000">
                <a:latin typeface="Kulim Park"/>
                <a:ea typeface="Kulim Park"/>
                <a:cs typeface="Kulim Park"/>
                <a:sym typeface="Kulim Park"/>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70" name="Google Shape;470;p45"/>
          <p:cNvSpPr txBox="1">
            <a:spLocks noGrp="1"/>
          </p:cNvSpPr>
          <p:nvPr>
            <p:ph type="title" idx="2"/>
          </p:nvPr>
        </p:nvSpPr>
        <p:spPr>
          <a:xfrm>
            <a:off x="872476" y="1425413"/>
            <a:ext cx="23052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471" name="Google Shape;471;p45"/>
          <p:cNvSpPr txBox="1">
            <a:spLocks noGrp="1"/>
          </p:cNvSpPr>
          <p:nvPr>
            <p:ph type="subTitle" idx="1"/>
          </p:nvPr>
        </p:nvSpPr>
        <p:spPr>
          <a:xfrm>
            <a:off x="872475" y="3674675"/>
            <a:ext cx="2305200" cy="935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472" name="Google Shape;472;p45"/>
          <p:cNvSpPr txBox="1">
            <a:spLocks noGrp="1"/>
          </p:cNvSpPr>
          <p:nvPr>
            <p:ph type="title" idx="3"/>
          </p:nvPr>
        </p:nvSpPr>
        <p:spPr>
          <a:xfrm>
            <a:off x="3498100" y="1425413"/>
            <a:ext cx="21477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473" name="Google Shape;473;p45"/>
          <p:cNvSpPr txBox="1">
            <a:spLocks noGrp="1"/>
          </p:cNvSpPr>
          <p:nvPr>
            <p:ph type="subTitle" idx="4"/>
          </p:nvPr>
        </p:nvSpPr>
        <p:spPr>
          <a:xfrm>
            <a:off x="3498101" y="3674675"/>
            <a:ext cx="2147700" cy="935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474" name="Google Shape;474;p45"/>
          <p:cNvSpPr txBox="1">
            <a:spLocks noGrp="1"/>
          </p:cNvSpPr>
          <p:nvPr>
            <p:ph type="title" idx="5"/>
          </p:nvPr>
        </p:nvSpPr>
        <p:spPr>
          <a:xfrm>
            <a:off x="5966121" y="1425413"/>
            <a:ext cx="23055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475" name="Google Shape;475;p45"/>
          <p:cNvSpPr txBox="1">
            <a:spLocks noGrp="1"/>
          </p:cNvSpPr>
          <p:nvPr>
            <p:ph type="subTitle" idx="6"/>
          </p:nvPr>
        </p:nvSpPr>
        <p:spPr>
          <a:xfrm>
            <a:off x="5966125" y="3674675"/>
            <a:ext cx="2305500" cy="935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476" name="Google Shape;476;p45"/>
          <p:cNvSpPr txBox="1">
            <a:spLocks noGrp="1"/>
          </p:cNvSpPr>
          <p:nvPr>
            <p:ph type="title" idx="7" hasCustomPrompt="1"/>
          </p:nvPr>
        </p:nvSpPr>
        <p:spPr>
          <a:xfrm>
            <a:off x="1573073" y="2523644"/>
            <a:ext cx="898200" cy="435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5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77" name="Google Shape;477;p45"/>
          <p:cNvSpPr txBox="1">
            <a:spLocks noGrp="1"/>
          </p:cNvSpPr>
          <p:nvPr>
            <p:ph type="title" idx="8" hasCustomPrompt="1"/>
          </p:nvPr>
        </p:nvSpPr>
        <p:spPr>
          <a:xfrm>
            <a:off x="4123139" y="2518934"/>
            <a:ext cx="898200" cy="435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5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78" name="Google Shape;478;p45"/>
          <p:cNvSpPr txBox="1">
            <a:spLocks noGrp="1"/>
          </p:cNvSpPr>
          <p:nvPr>
            <p:ph type="title" idx="9" hasCustomPrompt="1"/>
          </p:nvPr>
        </p:nvSpPr>
        <p:spPr>
          <a:xfrm>
            <a:off x="6672769" y="2523644"/>
            <a:ext cx="898200" cy="435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5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Numbers and text 3">
  <p:cSld name="CUSTOM_30">
    <p:spTree>
      <p:nvGrpSpPr>
        <p:cNvPr id="1" name="Shape 479"/>
        <p:cNvGrpSpPr/>
        <p:nvPr/>
      </p:nvGrpSpPr>
      <p:grpSpPr>
        <a:xfrm>
          <a:off x="0" y="0"/>
          <a:ext cx="0" cy="0"/>
          <a:chOff x="0" y="0"/>
          <a:chExt cx="0" cy="0"/>
        </a:xfrm>
      </p:grpSpPr>
      <p:sp>
        <p:nvSpPr>
          <p:cNvPr id="480" name="Google Shape;480;p46"/>
          <p:cNvSpPr/>
          <p:nvPr/>
        </p:nvSpPr>
        <p:spPr>
          <a:xfrm rot="7405535">
            <a:off x="3401384" y="-4181093"/>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46"/>
          <p:cNvSpPr/>
          <p:nvPr/>
        </p:nvSpPr>
        <p:spPr>
          <a:xfrm rot="10800000" flipH="1">
            <a:off x="6191327" y="657454"/>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46"/>
          <p:cNvSpPr/>
          <p:nvPr/>
        </p:nvSpPr>
        <p:spPr>
          <a:xfrm rot="6847906" flipH="1">
            <a:off x="5303136" y="1964597"/>
            <a:ext cx="7826127" cy="287786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46"/>
          <p:cNvSpPr/>
          <p:nvPr/>
        </p:nvSpPr>
        <p:spPr>
          <a:xfrm rot="-10150240">
            <a:off x="7399442" y="4033234"/>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46"/>
          <p:cNvSpPr/>
          <p:nvPr/>
        </p:nvSpPr>
        <p:spPr>
          <a:xfrm rot="9986681" flipH="1">
            <a:off x="-2153452" y="2195519"/>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46"/>
          <p:cNvSpPr/>
          <p:nvPr/>
        </p:nvSpPr>
        <p:spPr>
          <a:xfrm rot="-514397" flipH="1">
            <a:off x="-4377604" y="-3714358"/>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46"/>
          <p:cNvSpPr/>
          <p:nvPr/>
        </p:nvSpPr>
        <p:spPr>
          <a:xfrm rot="-3373645" flipH="1">
            <a:off x="-5233242" y="799680"/>
            <a:ext cx="7826046" cy="287783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46"/>
          <p:cNvSpPr txBox="1">
            <a:spLocks noGrp="1"/>
          </p:cNvSpPr>
          <p:nvPr>
            <p:ph type="title"/>
          </p:nvPr>
        </p:nvSpPr>
        <p:spPr>
          <a:xfrm>
            <a:off x="872476" y="2613288"/>
            <a:ext cx="23052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488" name="Google Shape;488;p46"/>
          <p:cNvSpPr txBox="1">
            <a:spLocks noGrp="1"/>
          </p:cNvSpPr>
          <p:nvPr>
            <p:ph type="subTitle" idx="1"/>
          </p:nvPr>
        </p:nvSpPr>
        <p:spPr>
          <a:xfrm>
            <a:off x="872475" y="2979000"/>
            <a:ext cx="2305200" cy="935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489" name="Google Shape;489;p46"/>
          <p:cNvSpPr txBox="1">
            <a:spLocks noGrp="1"/>
          </p:cNvSpPr>
          <p:nvPr>
            <p:ph type="title" idx="2"/>
          </p:nvPr>
        </p:nvSpPr>
        <p:spPr>
          <a:xfrm>
            <a:off x="3498100" y="2613288"/>
            <a:ext cx="21477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490" name="Google Shape;490;p46"/>
          <p:cNvSpPr txBox="1">
            <a:spLocks noGrp="1"/>
          </p:cNvSpPr>
          <p:nvPr>
            <p:ph type="subTitle" idx="3"/>
          </p:nvPr>
        </p:nvSpPr>
        <p:spPr>
          <a:xfrm>
            <a:off x="3498101" y="2979000"/>
            <a:ext cx="2147700" cy="935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491" name="Google Shape;491;p46"/>
          <p:cNvSpPr txBox="1">
            <a:spLocks noGrp="1"/>
          </p:cNvSpPr>
          <p:nvPr>
            <p:ph type="title" idx="4"/>
          </p:nvPr>
        </p:nvSpPr>
        <p:spPr>
          <a:xfrm>
            <a:off x="5966121" y="2613288"/>
            <a:ext cx="2305500" cy="365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492" name="Google Shape;492;p46"/>
          <p:cNvSpPr txBox="1">
            <a:spLocks noGrp="1"/>
          </p:cNvSpPr>
          <p:nvPr>
            <p:ph type="subTitle" idx="5"/>
          </p:nvPr>
        </p:nvSpPr>
        <p:spPr>
          <a:xfrm>
            <a:off x="5966125" y="2979000"/>
            <a:ext cx="2305500" cy="935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493" name="Google Shape;493;p46"/>
          <p:cNvSpPr txBox="1">
            <a:spLocks noGrp="1"/>
          </p:cNvSpPr>
          <p:nvPr>
            <p:ph type="title" idx="6" hasCustomPrompt="1"/>
          </p:nvPr>
        </p:nvSpPr>
        <p:spPr>
          <a:xfrm>
            <a:off x="1407025" y="1529650"/>
            <a:ext cx="1230300" cy="435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4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94" name="Google Shape;494;p46"/>
          <p:cNvSpPr txBox="1">
            <a:spLocks noGrp="1"/>
          </p:cNvSpPr>
          <p:nvPr>
            <p:ph type="title" idx="7" hasCustomPrompt="1"/>
          </p:nvPr>
        </p:nvSpPr>
        <p:spPr>
          <a:xfrm>
            <a:off x="3957087" y="1524925"/>
            <a:ext cx="1230300" cy="435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4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95" name="Google Shape;495;p46"/>
          <p:cNvSpPr txBox="1">
            <a:spLocks noGrp="1"/>
          </p:cNvSpPr>
          <p:nvPr>
            <p:ph type="title" idx="8" hasCustomPrompt="1"/>
          </p:nvPr>
        </p:nvSpPr>
        <p:spPr>
          <a:xfrm>
            <a:off x="6506727" y="1529650"/>
            <a:ext cx="1230300" cy="435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4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hanks">
  <p:cSld name="CUSTOM_3">
    <p:spTree>
      <p:nvGrpSpPr>
        <p:cNvPr id="1" name="Shape 496"/>
        <p:cNvGrpSpPr/>
        <p:nvPr/>
      </p:nvGrpSpPr>
      <p:grpSpPr>
        <a:xfrm>
          <a:off x="0" y="0"/>
          <a:ext cx="0" cy="0"/>
          <a:chOff x="0" y="0"/>
          <a:chExt cx="0" cy="0"/>
        </a:xfrm>
      </p:grpSpPr>
      <p:sp>
        <p:nvSpPr>
          <p:cNvPr id="497" name="Google Shape;497;p47"/>
          <p:cNvSpPr/>
          <p:nvPr/>
        </p:nvSpPr>
        <p:spPr>
          <a:xfrm rot="-813319" flipH="1">
            <a:off x="4432698" y="-342427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47"/>
          <p:cNvSpPr/>
          <p:nvPr/>
        </p:nvSpPr>
        <p:spPr>
          <a:xfrm rot="649785">
            <a:off x="-1816445" y="-7384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47"/>
          <p:cNvSpPr/>
          <p:nvPr/>
        </p:nvSpPr>
        <p:spPr>
          <a:xfrm flipH="1">
            <a:off x="620870" y="2238100"/>
            <a:ext cx="7471673" cy="477180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47"/>
          <p:cNvSpPr/>
          <p:nvPr/>
        </p:nvSpPr>
        <p:spPr>
          <a:xfrm rot="-8823147" flipH="1">
            <a:off x="5804215" y="2808773"/>
            <a:ext cx="5990392" cy="5613180"/>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47"/>
          <p:cNvSpPr/>
          <p:nvPr/>
        </p:nvSpPr>
        <p:spPr>
          <a:xfrm rot="8100000" flipH="1">
            <a:off x="-2522993" y="494176"/>
            <a:ext cx="4935837" cy="3769884"/>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47"/>
          <p:cNvSpPr/>
          <p:nvPr/>
        </p:nvSpPr>
        <p:spPr>
          <a:xfrm rot="-649785" flipH="1">
            <a:off x="3942880" y="44011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AC9078">
              <a:alpha val="128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47"/>
          <p:cNvSpPr/>
          <p:nvPr/>
        </p:nvSpPr>
        <p:spPr>
          <a:xfrm rot="-2128845" flipH="1">
            <a:off x="-1704639" y="-1767729"/>
            <a:ext cx="7826192" cy="2877892"/>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47"/>
          <p:cNvSpPr txBox="1">
            <a:spLocks noGrp="1"/>
          </p:cNvSpPr>
          <p:nvPr>
            <p:ph type="title"/>
          </p:nvPr>
        </p:nvSpPr>
        <p:spPr>
          <a:xfrm>
            <a:off x="1276650" y="438900"/>
            <a:ext cx="6590700" cy="10002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7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05" name="Google Shape;505;p47"/>
          <p:cNvSpPr txBox="1">
            <a:spLocks noGrp="1"/>
          </p:cNvSpPr>
          <p:nvPr>
            <p:ph type="subTitle" idx="1"/>
          </p:nvPr>
        </p:nvSpPr>
        <p:spPr>
          <a:xfrm>
            <a:off x="2854650" y="1652972"/>
            <a:ext cx="3434700" cy="1000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a:endParaRPr/>
          </a:p>
        </p:txBody>
      </p:sp>
      <p:sp>
        <p:nvSpPr>
          <p:cNvPr id="506" name="Google Shape;506;p47"/>
          <p:cNvSpPr/>
          <p:nvPr/>
        </p:nvSpPr>
        <p:spPr>
          <a:xfrm rot="9555807" flipH="1">
            <a:off x="7660042" y="2297294"/>
            <a:ext cx="7826096" cy="287785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47"/>
          <p:cNvSpPr txBox="1"/>
          <p:nvPr/>
        </p:nvSpPr>
        <p:spPr>
          <a:xfrm>
            <a:off x="1672100" y="3967300"/>
            <a:ext cx="5806800" cy="3699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a:solidFill>
                  <a:schemeClr val="dk1"/>
                </a:solidFill>
                <a:latin typeface="Manrope"/>
                <a:ea typeface="Manrope"/>
                <a:cs typeface="Manrope"/>
                <a:sym typeface="Manrope"/>
              </a:rPr>
              <a:t>CREDITS: This presentation template was created by </a:t>
            </a:r>
            <a:r>
              <a:rPr lang="en" b="1">
                <a:solidFill>
                  <a:schemeClr val="dk1"/>
                </a:solidFill>
                <a:uFill>
                  <a:noFill/>
                </a:uFill>
                <a:latin typeface="Manrope"/>
                <a:ea typeface="Manrope"/>
                <a:cs typeface="Manrope"/>
                <a:sym typeface="Manrope"/>
                <a:hlinkClick r:id="rId2">
                  <a:extLst>
                    <a:ext uri="{A12FA001-AC4F-418D-AE19-62706E023703}">
                      <ahyp:hlinkClr xmlns:ahyp="http://schemas.microsoft.com/office/drawing/2018/hyperlinkcolor" val="tx"/>
                    </a:ext>
                  </a:extLst>
                </a:hlinkClick>
              </a:rPr>
              <a:t>Slidesgo</a:t>
            </a:r>
            <a:r>
              <a:rPr lang="en">
                <a:solidFill>
                  <a:schemeClr val="dk1"/>
                </a:solidFill>
                <a:latin typeface="Manrope"/>
                <a:ea typeface="Manrope"/>
                <a:cs typeface="Manrope"/>
                <a:sym typeface="Manrope"/>
              </a:rPr>
              <a:t>, and includes icons by</a:t>
            </a:r>
            <a:r>
              <a:rPr lang="en" b="1">
                <a:solidFill>
                  <a:schemeClr val="dk1"/>
                </a:solidFill>
                <a:latin typeface="Manrope"/>
                <a:ea typeface="Manrope"/>
                <a:cs typeface="Manrope"/>
                <a:sym typeface="Manrope"/>
              </a:rPr>
              <a:t> </a:t>
            </a:r>
            <a:r>
              <a:rPr lang="en" b="1">
                <a:solidFill>
                  <a:schemeClr val="dk1"/>
                </a:solidFill>
                <a:uFill>
                  <a:noFill/>
                </a:uFill>
                <a:latin typeface="Manrope"/>
                <a:ea typeface="Manrope"/>
                <a:cs typeface="Manrope"/>
                <a:sym typeface="Manrope"/>
                <a:hlinkClick r:id="rId3">
                  <a:extLst>
                    <a:ext uri="{A12FA001-AC4F-418D-AE19-62706E023703}">
                      <ahyp:hlinkClr xmlns:ahyp="http://schemas.microsoft.com/office/drawing/2018/hyperlinkcolor" val="tx"/>
                    </a:ext>
                  </a:extLst>
                </a:hlinkClick>
              </a:rPr>
              <a:t>Flaticon</a:t>
            </a:r>
            <a:r>
              <a:rPr lang="en">
                <a:solidFill>
                  <a:schemeClr val="dk1"/>
                </a:solidFill>
                <a:latin typeface="Manrope"/>
                <a:ea typeface="Manrope"/>
                <a:cs typeface="Manrope"/>
                <a:sym typeface="Manrope"/>
              </a:rPr>
              <a:t>, and infographics &amp; images by</a:t>
            </a:r>
            <a:r>
              <a:rPr lang="en" b="1">
                <a:solidFill>
                  <a:schemeClr val="dk1"/>
                </a:solidFill>
                <a:latin typeface="Manrope"/>
                <a:ea typeface="Manrope"/>
                <a:cs typeface="Manrope"/>
                <a:sym typeface="Manrope"/>
              </a:rPr>
              <a:t> </a:t>
            </a:r>
            <a:r>
              <a:rPr lang="en" b="1">
                <a:solidFill>
                  <a:schemeClr val="dk1"/>
                </a:solidFill>
                <a:uFill>
                  <a:noFill/>
                </a:uFill>
                <a:latin typeface="Manrope"/>
                <a:ea typeface="Manrope"/>
                <a:cs typeface="Manrope"/>
                <a:sym typeface="Manrope"/>
                <a:hlinkClick r:id="rId4">
                  <a:extLst>
                    <a:ext uri="{A12FA001-AC4F-418D-AE19-62706E023703}">
                      <ahyp:hlinkClr xmlns:ahyp="http://schemas.microsoft.com/office/drawing/2018/hyperlinkcolor" val="tx"/>
                    </a:ext>
                  </a:extLst>
                </a:hlinkClick>
              </a:rPr>
              <a:t>Freepik</a:t>
            </a:r>
            <a:endParaRPr b="1">
              <a:solidFill>
                <a:schemeClr val="dk1"/>
              </a:solidFill>
              <a:latin typeface="Manrope"/>
              <a:ea typeface="Manrope"/>
              <a:cs typeface="Manrope"/>
              <a:sym typeface="Manrope"/>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508"/>
        <p:cNvGrpSpPr/>
        <p:nvPr/>
      </p:nvGrpSpPr>
      <p:grpSpPr>
        <a:xfrm>
          <a:off x="0" y="0"/>
          <a:ext cx="0" cy="0"/>
          <a:chOff x="0" y="0"/>
          <a:chExt cx="0" cy="0"/>
        </a:xfrm>
      </p:grpSpPr>
      <p:sp>
        <p:nvSpPr>
          <p:cNvPr id="509" name="Google Shape;509;p48"/>
          <p:cNvSpPr/>
          <p:nvPr/>
        </p:nvSpPr>
        <p:spPr>
          <a:xfrm rot="-10285629">
            <a:off x="4140874" y="-2015123"/>
            <a:ext cx="9471588" cy="6049060"/>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48"/>
          <p:cNvSpPr/>
          <p:nvPr/>
        </p:nvSpPr>
        <p:spPr>
          <a:xfrm flipH="1">
            <a:off x="6818628" y="2586663"/>
            <a:ext cx="5766771" cy="368296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dk2">
              <a:alpha val="128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48"/>
          <p:cNvSpPr/>
          <p:nvPr/>
        </p:nvSpPr>
        <p:spPr>
          <a:xfrm rot="9748587" flipH="1">
            <a:off x="5601527" y="2021265"/>
            <a:ext cx="8200944" cy="301569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48"/>
          <p:cNvSpPr/>
          <p:nvPr/>
        </p:nvSpPr>
        <p:spPr>
          <a:xfrm rot="4102346" flipH="1">
            <a:off x="-2270967" y="3805847"/>
            <a:ext cx="9416338" cy="601377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48"/>
          <p:cNvSpPr/>
          <p:nvPr/>
        </p:nvSpPr>
        <p:spPr>
          <a:xfrm rot="813319">
            <a:off x="-3580677" y="-14257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48"/>
          <p:cNvSpPr/>
          <p:nvPr/>
        </p:nvSpPr>
        <p:spPr>
          <a:xfrm>
            <a:off x="3065327" y="-4200997"/>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515"/>
        <p:cNvGrpSpPr/>
        <p:nvPr/>
      </p:nvGrpSpPr>
      <p:grpSpPr>
        <a:xfrm>
          <a:off x="0" y="0"/>
          <a:ext cx="0" cy="0"/>
          <a:chOff x="0" y="0"/>
          <a:chExt cx="0" cy="0"/>
        </a:xfrm>
      </p:grpSpPr>
      <p:sp>
        <p:nvSpPr>
          <p:cNvPr id="516" name="Google Shape;516;p49"/>
          <p:cNvSpPr/>
          <p:nvPr/>
        </p:nvSpPr>
        <p:spPr>
          <a:xfrm rot="4102360" flipH="1">
            <a:off x="-2512533" y="4030635"/>
            <a:ext cx="7471578" cy="477174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49"/>
          <p:cNvSpPr/>
          <p:nvPr/>
        </p:nvSpPr>
        <p:spPr>
          <a:xfrm rot="813319">
            <a:off x="-4129602" y="-173702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66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49"/>
          <p:cNvSpPr/>
          <p:nvPr/>
        </p:nvSpPr>
        <p:spPr>
          <a:xfrm rot="3394465" flipH="1">
            <a:off x="5593334" y="2171418"/>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2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49"/>
          <p:cNvSpPr/>
          <p:nvPr/>
        </p:nvSpPr>
        <p:spPr>
          <a:xfrm rot="-10285603">
            <a:off x="6336471" y="-2917283"/>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3">
              <a:alpha val="2549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49"/>
          <p:cNvSpPr/>
          <p:nvPr/>
        </p:nvSpPr>
        <p:spPr>
          <a:xfrm rot="-2238616">
            <a:off x="-4635728" y="470344"/>
            <a:ext cx="7826078" cy="2877850"/>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ackground 2">
  <p:cSld name="CUSTOM_36">
    <p:spTree>
      <p:nvGrpSpPr>
        <p:cNvPr id="1" name="Shape 521"/>
        <p:cNvGrpSpPr/>
        <p:nvPr/>
      </p:nvGrpSpPr>
      <p:grpSpPr>
        <a:xfrm>
          <a:off x="0" y="0"/>
          <a:ext cx="0" cy="0"/>
          <a:chOff x="0" y="0"/>
          <a:chExt cx="0" cy="0"/>
        </a:xfrm>
      </p:grpSpPr>
      <p:sp>
        <p:nvSpPr>
          <p:cNvPr id="522" name="Google Shape;522;p50"/>
          <p:cNvSpPr/>
          <p:nvPr/>
        </p:nvSpPr>
        <p:spPr>
          <a:xfrm rot="813319">
            <a:off x="-1121291" y="-3424273"/>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50"/>
          <p:cNvSpPr/>
          <p:nvPr/>
        </p:nvSpPr>
        <p:spPr>
          <a:xfrm rot="-649785" flipH="1">
            <a:off x="6971064" y="-7384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50"/>
          <p:cNvSpPr/>
          <p:nvPr/>
        </p:nvSpPr>
        <p:spPr>
          <a:xfrm>
            <a:off x="1620973" y="2238100"/>
            <a:ext cx="7471673" cy="4771807"/>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50"/>
          <p:cNvSpPr/>
          <p:nvPr/>
        </p:nvSpPr>
        <p:spPr>
          <a:xfrm rot="8823147">
            <a:off x="-2081090" y="2808773"/>
            <a:ext cx="5990392" cy="5613180"/>
          </a:xfrm>
          <a:custGeom>
            <a:avLst/>
            <a:gdLst/>
            <a:ahLst/>
            <a:cxnLst/>
            <a:rect l="l" t="t" r="r" b="b"/>
            <a:pathLst>
              <a:path w="93299" h="87424" extrusionOk="0">
                <a:moveTo>
                  <a:pt x="34162" y="1"/>
                </a:moveTo>
                <a:cubicBezTo>
                  <a:pt x="24245" y="1"/>
                  <a:pt x="25039" y="12520"/>
                  <a:pt x="13717" y="17147"/>
                </a:cubicBezTo>
                <a:cubicBezTo>
                  <a:pt x="1" y="22753"/>
                  <a:pt x="25599" y="33483"/>
                  <a:pt x="18923" y="50349"/>
                </a:cubicBezTo>
                <a:cubicBezTo>
                  <a:pt x="13077" y="65115"/>
                  <a:pt x="23069" y="87424"/>
                  <a:pt x="32143" y="87424"/>
                </a:cubicBezTo>
                <a:cubicBezTo>
                  <a:pt x="33432" y="87424"/>
                  <a:pt x="34703" y="86974"/>
                  <a:pt x="35906" y="85988"/>
                </a:cubicBezTo>
                <a:cubicBezTo>
                  <a:pt x="38841" y="83585"/>
                  <a:pt x="41192" y="82952"/>
                  <a:pt x="43240" y="82952"/>
                </a:cubicBezTo>
                <a:cubicBezTo>
                  <a:pt x="45526" y="82952"/>
                  <a:pt x="47435" y="83741"/>
                  <a:pt x="49356" y="83741"/>
                </a:cubicBezTo>
                <a:cubicBezTo>
                  <a:pt x="51391" y="83741"/>
                  <a:pt x="53441" y="82856"/>
                  <a:pt x="55968" y="79208"/>
                </a:cubicBezTo>
                <a:cubicBezTo>
                  <a:pt x="79663" y="45004"/>
                  <a:pt x="87416" y="44135"/>
                  <a:pt x="87416" y="44135"/>
                </a:cubicBezTo>
                <a:cubicBezTo>
                  <a:pt x="93298" y="21497"/>
                  <a:pt x="60858" y="9397"/>
                  <a:pt x="42111" y="1875"/>
                </a:cubicBezTo>
                <a:cubicBezTo>
                  <a:pt x="38838" y="561"/>
                  <a:pt x="36260" y="1"/>
                  <a:pt x="34162" y="1"/>
                </a:cubicBezTo>
                <a:close/>
              </a:path>
            </a:pathLst>
          </a:custGeom>
          <a:solidFill>
            <a:schemeClr val="accent3">
              <a:alpha val="335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50"/>
          <p:cNvSpPr/>
          <p:nvPr/>
        </p:nvSpPr>
        <p:spPr>
          <a:xfrm rot="-8100000">
            <a:off x="7300672" y="494176"/>
            <a:ext cx="4935837" cy="3769884"/>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50"/>
          <p:cNvSpPr/>
          <p:nvPr/>
        </p:nvSpPr>
        <p:spPr>
          <a:xfrm rot="649785">
            <a:off x="1211739" y="4401125"/>
            <a:ext cx="4558897" cy="1365861"/>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rgbClr val="8B5A34">
              <a:alpha val="13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50"/>
          <p:cNvSpPr/>
          <p:nvPr/>
        </p:nvSpPr>
        <p:spPr>
          <a:xfrm rot="2128845">
            <a:off x="3591964" y="-1767729"/>
            <a:ext cx="7826192" cy="2877892"/>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50"/>
          <p:cNvSpPr/>
          <p:nvPr/>
        </p:nvSpPr>
        <p:spPr>
          <a:xfrm rot="-9555807">
            <a:off x="-5772621" y="2297294"/>
            <a:ext cx="7826096" cy="2877857"/>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ackground 3">
  <p:cSld name="CUSTOM_37">
    <p:spTree>
      <p:nvGrpSpPr>
        <p:cNvPr id="1" name="Shape 530"/>
        <p:cNvGrpSpPr/>
        <p:nvPr/>
      </p:nvGrpSpPr>
      <p:grpSpPr>
        <a:xfrm>
          <a:off x="0" y="0"/>
          <a:ext cx="0" cy="0"/>
          <a:chOff x="0" y="0"/>
          <a:chExt cx="0" cy="0"/>
        </a:xfrm>
      </p:grpSpPr>
      <p:sp>
        <p:nvSpPr>
          <p:cNvPr id="531" name="Google Shape;531;p51"/>
          <p:cNvSpPr/>
          <p:nvPr/>
        </p:nvSpPr>
        <p:spPr>
          <a:xfrm rot="-7405535" flipH="1">
            <a:off x="-3234670" y="-3952493"/>
            <a:ext cx="8703343" cy="5558223"/>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51"/>
          <p:cNvSpPr/>
          <p:nvPr/>
        </p:nvSpPr>
        <p:spPr>
          <a:xfrm rot="10800000">
            <a:off x="-4386762" y="886054"/>
            <a:ext cx="7065492" cy="5396392"/>
          </a:xfrm>
          <a:custGeom>
            <a:avLst/>
            <a:gdLst/>
            <a:ahLst/>
            <a:cxnLst/>
            <a:rect l="l" t="t" r="r" b="b"/>
            <a:pathLst>
              <a:path w="38799" h="29633" extrusionOk="0">
                <a:moveTo>
                  <a:pt x="24862" y="1"/>
                </a:moveTo>
                <a:cubicBezTo>
                  <a:pt x="17606" y="1"/>
                  <a:pt x="2522" y="6530"/>
                  <a:pt x="2408" y="6818"/>
                </a:cubicBezTo>
                <a:cubicBezTo>
                  <a:pt x="0" y="12908"/>
                  <a:pt x="709" y="23105"/>
                  <a:pt x="5362" y="28314"/>
                </a:cubicBezTo>
                <a:cubicBezTo>
                  <a:pt x="6190" y="29241"/>
                  <a:pt x="7638" y="29632"/>
                  <a:pt x="9471" y="29632"/>
                </a:cubicBezTo>
                <a:cubicBezTo>
                  <a:pt x="17936" y="29632"/>
                  <a:pt x="34625" y="21288"/>
                  <a:pt x="36508" y="18846"/>
                </a:cubicBezTo>
                <a:cubicBezTo>
                  <a:pt x="38798" y="15872"/>
                  <a:pt x="32779" y="1993"/>
                  <a:pt x="26923" y="249"/>
                </a:cubicBezTo>
                <a:cubicBezTo>
                  <a:pt x="26348" y="78"/>
                  <a:pt x="25651" y="1"/>
                  <a:pt x="24862" y="1"/>
                </a:cubicBezTo>
                <a:close/>
              </a:path>
            </a:pathLst>
          </a:custGeom>
          <a:solidFill>
            <a:schemeClr val="accent3">
              <a:alpha val="258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51"/>
          <p:cNvSpPr/>
          <p:nvPr/>
        </p:nvSpPr>
        <p:spPr>
          <a:xfrm rot="-6847906">
            <a:off x="-4259206" y="2193197"/>
            <a:ext cx="7826127" cy="287786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51"/>
          <p:cNvSpPr/>
          <p:nvPr/>
        </p:nvSpPr>
        <p:spPr>
          <a:xfrm rot="10150240" flipH="1">
            <a:off x="-3503869" y="4261834"/>
            <a:ext cx="4974484" cy="1490372"/>
          </a:xfrm>
          <a:custGeom>
            <a:avLst/>
            <a:gdLst/>
            <a:ahLst/>
            <a:cxnLst/>
            <a:rect l="l" t="t" r="r" b="b"/>
            <a:pathLst>
              <a:path w="49165" h="14730" extrusionOk="0">
                <a:moveTo>
                  <a:pt x="10042" y="1"/>
                </a:moveTo>
                <a:cubicBezTo>
                  <a:pt x="7738" y="1"/>
                  <a:pt x="5495" y="326"/>
                  <a:pt x="4009" y="1712"/>
                </a:cubicBezTo>
                <a:cubicBezTo>
                  <a:pt x="1833" y="3743"/>
                  <a:pt x="1312" y="7198"/>
                  <a:pt x="759" y="9976"/>
                </a:cubicBezTo>
                <a:cubicBezTo>
                  <a:pt x="1" y="13802"/>
                  <a:pt x="5815" y="14642"/>
                  <a:pt x="11014" y="14723"/>
                </a:cubicBezTo>
                <a:cubicBezTo>
                  <a:pt x="11312" y="14728"/>
                  <a:pt x="11609" y="14730"/>
                  <a:pt x="11901" y="14730"/>
                </a:cubicBezTo>
                <a:cubicBezTo>
                  <a:pt x="14717" y="14730"/>
                  <a:pt x="17219" y="14537"/>
                  <a:pt x="18198" y="14531"/>
                </a:cubicBezTo>
                <a:cubicBezTo>
                  <a:pt x="20643" y="14515"/>
                  <a:pt x="23088" y="14508"/>
                  <a:pt x="25533" y="14508"/>
                </a:cubicBezTo>
                <a:cubicBezTo>
                  <a:pt x="31860" y="14508"/>
                  <a:pt x="38186" y="14553"/>
                  <a:pt x="44512" y="14593"/>
                </a:cubicBezTo>
                <a:cubicBezTo>
                  <a:pt x="44551" y="14593"/>
                  <a:pt x="44589" y="14594"/>
                  <a:pt x="44628" y="14594"/>
                </a:cubicBezTo>
                <a:cubicBezTo>
                  <a:pt x="45065" y="14594"/>
                  <a:pt x="45520" y="14568"/>
                  <a:pt x="45879" y="14323"/>
                </a:cubicBezTo>
                <a:cubicBezTo>
                  <a:pt x="46214" y="14095"/>
                  <a:pt x="46403" y="13708"/>
                  <a:pt x="46569" y="13337"/>
                </a:cubicBezTo>
                <a:cubicBezTo>
                  <a:pt x="47681" y="10865"/>
                  <a:pt x="49165" y="7692"/>
                  <a:pt x="48504" y="4911"/>
                </a:cubicBezTo>
                <a:cubicBezTo>
                  <a:pt x="47559" y="915"/>
                  <a:pt x="42091" y="691"/>
                  <a:pt x="37832" y="691"/>
                </a:cubicBezTo>
                <a:cubicBezTo>
                  <a:pt x="37295" y="691"/>
                  <a:pt x="36777" y="694"/>
                  <a:pt x="36289" y="694"/>
                </a:cubicBezTo>
                <a:cubicBezTo>
                  <a:pt x="35639" y="694"/>
                  <a:pt x="35044" y="688"/>
                  <a:pt x="34531" y="658"/>
                </a:cubicBezTo>
                <a:cubicBezTo>
                  <a:pt x="29340" y="361"/>
                  <a:pt x="24149" y="242"/>
                  <a:pt x="18952" y="242"/>
                </a:cubicBezTo>
                <a:cubicBezTo>
                  <a:pt x="17950" y="242"/>
                  <a:pt x="16949" y="246"/>
                  <a:pt x="15946" y="255"/>
                </a:cubicBezTo>
                <a:cubicBezTo>
                  <a:pt x="15904" y="255"/>
                  <a:pt x="15862" y="255"/>
                  <a:pt x="15819" y="255"/>
                </a:cubicBezTo>
                <a:cubicBezTo>
                  <a:pt x="14168" y="255"/>
                  <a:pt x="12081" y="1"/>
                  <a:pt x="10042" y="1"/>
                </a:cubicBezTo>
                <a:close/>
              </a:path>
            </a:pathLst>
          </a:custGeom>
          <a:solidFill>
            <a:schemeClr val="accent3">
              <a:alpha val="346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51"/>
          <p:cNvSpPr/>
          <p:nvPr/>
        </p:nvSpPr>
        <p:spPr>
          <a:xfrm rot="-9986681">
            <a:off x="4621400" y="2424119"/>
            <a:ext cx="6402109" cy="5689153"/>
          </a:xfrm>
          <a:custGeom>
            <a:avLst/>
            <a:gdLst/>
            <a:ahLst/>
            <a:cxnLst/>
            <a:rect l="l" t="t" r="r" b="b"/>
            <a:pathLst>
              <a:path w="31788" h="28248" extrusionOk="0">
                <a:moveTo>
                  <a:pt x="16729" y="0"/>
                </a:moveTo>
                <a:cubicBezTo>
                  <a:pt x="16601" y="0"/>
                  <a:pt x="16474" y="1"/>
                  <a:pt x="16346" y="2"/>
                </a:cubicBezTo>
                <a:cubicBezTo>
                  <a:pt x="16060" y="2"/>
                  <a:pt x="15764" y="5"/>
                  <a:pt x="15461" y="9"/>
                </a:cubicBezTo>
                <a:cubicBezTo>
                  <a:pt x="11690" y="44"/>
                  <a:pt x="7009" y="207"/>
                  <a:pt x="4237" y="2881"/>
                </a:cubicBezTo>
                <a:cubicBezTo>
                  <a:pt x="2392" y="4661"/>
                  <a:pt x="2135" y="8048"/>
                  <a:pt x="1618" y="10410"/>
                </a:cubicBezTo>
                <a:cubicBezTo>
                  <a:pt x="938" y="13517"/>
                  <a:pt x="381" y="16657"/>
                  <a:pt x="219" y="19839"/>
                </a:cubicBezTo>
                <a:cubicBezTo>
                  <a:pt x="1" y="24133"/>
                  <a:pt x="1988" y="26141"/>
                  <a:pt x="6130" y="26720"/>
                </a:cubicBezTo>
                <a:cubicBezTo>
                  <a:pt x="9755" y="27227"/>
                  <a:pt x="13382" y="27712"/>
                  <a:pt x="17036" y="27956"/>
                </a:cubicBezTo>
                <a:cubicBezTo>
                  <a:pt x="18561" y="28056"/>
                  <a:pt x="20165" y="28248"/>
                  <a:pt x="21749" y="28248"/>
                </a:cubicBezTo>
                <a:cubicBezTo>
                  <a:pt x="23047" y="28248"/>
                  <a:pt x="24332" y="28119"/>
                  <a:pt x="25547" y="27706"/>
                </a:cubicBezTo>
                <a:cubicBezTo>
                  <a:pt x="28287" y="26775"/>
                  <a:pt x="29435" y="24198"/>
                  <a:pt x="29933" y="21508"/>
                </a:cubicBezTo>
                <a:cubicBezTo>
                  <a:pt x="30554" y="18140"/>
                  <a:pt x="30847" y="14721"/>
                  <a:pt x="31348" y="11337"/>
                </a:cubicBezTo>
                <a:cubicBezTo>
                  <a:pt x="31787" y="8393"/>
                  <a:pt x="31569" y="5097"/>
                  <a:pt x="28963" y="3194"/>
                </a:cubicBezTo>
                <a:cubicBezTo>
                  <a:pt x="25477" y="645"/>
                  <a:pt x="20958" y="0"/>
                  <a:pt x="16729" y="0"/>
                </a:cubicBezTo>
                <a:close/>
              </a:path>
            </a:pathLst>
          </a:custGeom>
          <a:solidFill>
            <a:schemeClr val="dk2">
              <a:alpha val="67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51"/>
          <p:cNvSpPr/>
          <p:nvPr/>
        </p:nvSpPr>
        <p:spPr>
          <a:xfrm rot="514397">
            <a:off x="5775901" y="-3485758"/>
            <a:ext cx="7471761" cy="4771864"/>
          </a:xfrm>
          <a:custGeom>
            <a:avLst/>
            <a:gdLst/>
            <a:ahLst/>
            <a:cxnLst/>
            <a:rect l="l" t="t" r="r" b="b"/>
            <a:pathLst>
              <a:path w="87791" h="56068" extrusionOk="0">
                <a:moveTo>
                  <a:pt x="55192" y="1"/>
                </a:moveTo>
                <a:cubicBezTo>
                  <a:pt x="51710" y="1"/>
                  <a:pt x="48020" y="921"/>
                  <a:pt x="44301" y="3305"/>
                </a:cubicBezTo>
                <a:cubicBezTo>
                  <a:pt x="27981" y="13772"/>
                  <a:pt x="23752" y="23750"/>
                  <a:pt x="23752" y="23750"/>
                </a:cubicBezTo>
                <a:cubicBezTo>
                  <a:pt x="23752" y="23750"/>
                  <a:pt x="23199" y="30455"/>
                  <a:pt x="15945" y="30455"/>
                </a:cubicBezTo>
                <a:cubicBezTo>
                  <a:pt x="15648" y="30455"/>
                  <a:pt x="15339" y="30443"/>
                  <a:pt x="15019" y="30420"/>
                </a:cubicBezTo>
                <a:cubicBezTo>
                  <a:pt x="13947" y="30341"/>
                  <a:pt x="12915" y="30303"/>
                  <a:pt x="11930" y="30303"/>
                </a:cubicBezTo>
                <a:cubicBezTo>
                  <a:pt x="5447" y="30303"/>
                  <a:pt x="1013" y="31926"/>
                  <a:pt x="541" y="33999"/>
                </a:cubicBezTo>
                <a:cubicBezTo>
                  <a:pt x="1" y="36384"/>
                  <a:pt x="5151" y="43216"/>
                  <a:pt x="11333" y="45926"/>
                </a:cubicBezTo>
                <a:cubicBezTo>
                  <a:pt x="16519" y="48202"/>
                  <a:pt x="23841" y="53453"/>
                  <a:pt x="30900" y="53453"/>
                </a:cubicBezTo>
                <a:cubicBezTo>
                  <a:pt x="32256" y="53453"/>
                  <a:pt x="33602" y="53259"/>
                  <a:pt x="34921" y="52814"/>
                </a:cubicBezTo>
                <a:cubicBezTo>
                  <a:pt x="43110" y="50048"/>
                  <a:pt x="85188" y="56067"/>
                  <a:pt x="86489" y="38010"/>
                </a:cubicBezTo>
                <a:cubicBezTo>
                  <a:pt x="87791" y="19953"/>
                  <a:pt x="76403" y="10573"/>
                  <a:pt x="76403" y="10573"/>
                </a:cubicBezTo>
                <a:cubicBezTo>
                  <a:pt x="76403" y="10573"/>
                  <a:pt x="66995" y="1"/>
                  <a:pt x="55192" y="1"/>
                </a:cubicBezTo>
                <a:close/>
              </a:path>
            </a:pathLst>
          </a:custGeom>
          <a:solidFill>
            <a:schemeClr val="accent1">
              <a:alpha val="4637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51"/>
          <p:cNvSpPr/>
          <p:nvPr/>
        </p:nvSpPr>
        <p:spPr>
          <a:xfrm rot="3373645">
            <a:off x="6277252" y="1028280"/>
            <a:ext cx="7826046" cy="2877838"/>
          </a:xfrm>
          <a:custGeom>
            <a:avLst/>
            <a:gdLst/>
            <a:ahLst/>
            <a:cxnLst/>
            <a:rect l="l" t="t" r="r" b="b"/>
            <a:pathLst>
              <a:path w="76674" h="28195" fill="none" extrusionOk="0">
                <a:moveTo>
                  <a:pt x="76673" y="0"/>
                </a:moveTo>
                <a:cubicBezTo>
                  <a:pt x="76673" y="0"/>
                  <a:pt x="67374" y="14124"/>
                  <a:pt x="60786" y="16430"/>
                </a:cubicBezTo>
                <a:cubicBezTo>
                  <a:pt x="52981" y="19160"/>
                  <a:pt x="39856" y="7047"/>
                  <a:pt x="24779" y="17621"/>
                </a:cubicBezTo>
                <a:cubicBezTo>
                  <a:pt x="9706" y="28195"/>
                  <a:pt x="1302" y="23045"/>
                  <a:pt x="1" y="9868"/>
                </a:cubicBezTo>
              </a:path>
            </a:pathLst>
          </a:custGeom>
          <a:noFill/>
          <a:ln w="28575" cap="flat" cmpd="sng">
            <a:solidFill>
              <a:schemeClr val="accent3"/>
            </a:solidFill>
            <a:prstDash val="solid"/>
            <a:miter lim="32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1075" y="438900"/>
            <a:ext cx="7698600" cy="572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Clr>
                <a:schemeClr val="dk1"/>
              </a:buClr>
              <a:buSzPts val="2800"/>
              <a:buFont typeface="Kulim Park"/>
              <a:buNone/>
              <a:defRPr sz="2800">
                <a:solidFill>
                  <a:schemeClr val="dk1"/>
                </a:solidFill>
                <a:latin typeface="Kulim Park"/>
                <a:ea typeface="Kulim Park"/>
                <a:cs typeface="Kulim Park"/>
                <a:sym typeface="Kulim Park"/>
              </a:defRPr>
            </a:lvl1pPr>
            <a:lvl2pPr lvl="1"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2pPr>
            <a:lvl3pPr lvl="2"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3pPr>
            <a:lvl4pPr lvl="3"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4pPr>
            <a:lvl5pPr lvl="4"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5pPr>
            <a:lvl6pPr lvl="5"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6pPr>
            <a:lvl7pPr lvl="6"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7pPr>
            <a:lvl8pPr lvl="7"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8pPr>
            <a:lvl9pPr lvl="8" rtl="0">
              <a:spcBef>
                <a:spcPts val="0"/>
              </a:spcBef>
              <a:spcAft>
                <a:spcPts val="0"/>
              </a:spcAft>
              <a:buClr>
                <a:schemeClr val="dk1"/>
              </a:buClr>
              <a:buSzPts val="3500"/>
              <a:buFont typeface="Kulim Park"/>
              <a:buNone/>
              <a:defRPr sz="3500">
                <a:solidFill>
                  <a:schemeClr val="dk1"/>
                </a:solidFill>
                <a:latin typeface="Kulim Park"/>
                <a:ea typeface="Kulim Park"/>
                <a:cs typeface="Kulim Park"/>
                <a:sym typeface="Kulim Park"/>
              </a:defRPr>
            </a:lvl9pPr>
          </a:lstStyle>
          <a:p>
            <a:endParaRPr/>
          </a:p>
        </p:txBody>
      </p:sp>
      <p:sp>
        <p:nvSpPr>
          <p:cNvPr id="7" name="Google Shape;7;p1"/>
          <p:cNvSpPr txBox="1">
            <a:spLocks noGrp="1"/>
          </p:cNvSpPr>
          <p:nvPr>
            <p:ph type="body" idx="1"/>
          </p:nvPr>
        </p:nvSpPr>
        <p:spPr>
          <a:xfrm>
            <a:off x="721075" y="1351868"/>
            <a:ext cx="7701900" cy="3247500"/>
          </a:xfrm>
          <a:prstGeom prst="rect">
            <a:avLst/>
          </a:prstGeom>
          <a:noFill/>
          <a:ln>
            <a:noFill/>
          </a:ln>
        </p:spPr>
        <p:txBody>
          <a:bodyPr spcFirstLastPara="1" wrap="square" lIns="91425" tIns="91425" rIns="91425" bIns="91425" anchor="t" anchorCtr="0">
            <a:noAutofit/>
          </a:bodyPr>
          <a:lstStyle>
            <a:lvl1pPr marL="457200" lvl="0"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1pPr>
            <a:lvl2pPr marL="914400" lvl="1"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2pPr>
            <a:lvl3pPr marL="1371600" lvl="2"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3pPr>
            <a:lvl4pPr marL="1828800" lvl="3"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4pPr>
            <a:lvl5pPr marL="2286000" lvl="4"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5pPr>
            <a:lvl6pPr marL="2743200" lvl="5"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6pPr>
            <a:lvl7pPr marL="3200400" lvl="6"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7pPr>
            <a:lvl8pPr marL="3657600" lvl="7"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8pPr>
            <a:lvl9pPr marL="4114800" lvl="8" indent="-330200">
              <a:lnSpc>
                <a:spcPct val="100000"/>
              </a:lnSpc>
              <a:spcBef>
                <a:spcPts val="0"/>
              </a:spcBef>
              <a:spcAft>
                <a:spcPts val="0"/>
              </a:spcAft>
              <a:buClr>
                <a:schemeClr val="dk1"/>
              </a:buClr>
              <a:buSzPts val="1600"/>
              <a:buFont typeface="Manrope"/>
              <a:buChar char="■"/>
              <a:defRPr sz="1600">
                <a:solidFill>
                  <a:schemeClr val="dk1"/>
                </a:solidFill>
                <a:latin typeface="Manrope"/>
                <a:ea typeface="Manrope"/>
                <a:cs typeface="Manrope"/>
                <a:sym typeface="Manrop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24_C39F4836.xml"/><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18_20E5382C.xml"/><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57"/>
          <p:cNvSpPr txBox="1">
            <a:spLocks noGrp="1"/>
          </p:cNvSpPr>
          <p:nvPr>
            <p:ph type="ctrTitle"/>
          </p:nvPr>
        </p:nvSpPr>
        <p:spPr>
          <a:xfrm>
            <a:off x="281047" y="864314"/>
            <a:ext cx="8581906" cy="1598100"/>
          </a:xfrm>
          <a:prstGeom prst="rect">
            <a:avLst/>
          </a:prstGeom>
        </p:spPr>
        <p:txBody>
          <a:bodyPr spcFirstLastPara="1" wrap="square" lIns="91425" tIns="91425" rIns="91425" bIns="91425" anchor="ctr" anchorCtr="0">
            <a:noAutofit/>
          </a:bodyPr>
          <a:lstStyle/>
          <a:p>
            <a:r>
              <a:rPr lang="en" sz="6000" b="1">
                <a:solidFill>
                  <a:schemeClr val="bg1"/>
                </a:solidFill>
                <a:latin typeface="Arial"/>
              </a:rPr>
              <a:t>MSE 609 Final Project </a:t>
            </a:r>
            <a:br>
              <a:rPr lang="en" sz="6000" b="1">
                <a:solidFill>
                  <a:schemeClr val="bg1"/>
                </a:solidFill>
                <a:latin typeface="Arial"/>
              </a:rPr>
            </a:br>
            <a:r>
              <a:rPr lang="en" sz="2000" b="1">
                <a:solidFill>
                  <a:schemeClr val="lt1"/>
                </a:solidFill>
                <a:latin typeface="Arial"/>
                <a:sym typeface="Kulim Park"/>
              </a:rPr>
              <a:t>"Knowledge Is Not All You Need For Comfort in Use of AI in Healthcare"</a:t>
            </a:r>
            <a:endParaRPr lang="en" sz="2000" b="1">
              <a:solidFill>
                <a:schemeClr val="lt1"/>
              </a:solidFill>
              <a:latin typeface="Arial"/>
            </a:endParaRPr>
          </a:p>
        </p:txBody>
      </p:sp>
      <p:sp>
        <p:nvSpPr>
          <p:cNvPr id="3" name="Google Shape;616;p62">
            <a:extLst>
              <a:ext uri="{FF2B5EF4-FFF2-40B4-BE49-F238E27FC236}">
                <a16:creationId xmlns:a16="http://schemas.microsoft.com/office/drawing/2014/main" id="{0E72DD76-30CC-B8D9-4D9C-CF38BBF396C1}"/>
              </a:ext>
            </a:extLst>
          </p:cNvPr>
          <p:cNvSpPr txBox="1">
            <a:spLocks/>
          </p:cNvSpPr>
          <p:nvPr/>
        </p:nvSpPr>
        <p:spPr>
          <a:xfrm>
            <a:off x="4400505" y="3344320"/>
            <a:ext cx="4154989" cy="99411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30200" algn="ctr" rtl="0">
              <a:lnSpc>
                <a:spcPct val="100000"/>
              </a:lnSpc>
              <a:spcBef>
                <a:spcPts val="0"/>
              </a:spcBef>
              <a:spcAft>
                <a:spcPts val="0"/>
              </a:spcAft>
              <a:buClr>
                <a:schemeClr val="dk1"/>
              </a:buClr>
              <a:buSzPts val="1600"/>
              <a:buFont typeface="Manrope"/>
              <a:buNone/>
              <a:defRPr sz="1600" b="0" i="0" u="none" strike="noStrike" cap="none">
                <a:solidFill>
                  <a:schemeClr val="dk1"/>
                </a:solidFill>
                <a:latin typeface="Manrope"/>
                <a:ea typeface="Manrope"/>
                <a:cs typeface="Manrope"/>
                <a:sym typeface="Manrope"/>
              </a:defRPr>
            </a:lvl1pPr>
            <a:lvl2pPr marL="914400" marR="0" lvl="1" indent="-330200" algn="ctr" rtl="0">
              <a:lnSpc>
                <a:spcPct val="100000"/>
              </a:lnSpc>
              <a:spcBef>
                <a:spcPts val="0"/>
              </a:spcBef>
              <a:spcAft>
                <a:spcPts val="0"/>
              </a:spcAft>
              <a:buClr>
                <a:schemeClr val="dk1"/>
              </a:buClr>
              <a:buSzPts val="1800"/>
              <a:buFont typeface="Manrope"/>
              <a:buNone/>
              <a:defRPr sz="1800" b="0" i="0" u="none" strike="noStrike" cap="none">
                <a:solidFill>
                  <a:schemeClr val="dk1"/>
                </a:solidFill>
                <a:latin typeface="Manrope"/>
                <a:ea typeface="Manrope"/>
                <a:cs typeface="Manrope"/>
                <a:sym typeface="Manrope"/>
              </a:defRPr>
            </a:lvl2pPr>
            <a:lvl3pPr marL="1371600" marR="0" lvl="2" indent="-330200" algn="ctr" rtl="0">
              <a:lnSpc>
                <a:spcPct val="100000"/>
              </a:lnSpc>
              <a:spcBef>
                <a:spcPts val="0"/>
              </a:spcBef>
              <a:spcAft>
                <a:spcPts val="0"/>
              </a:spcAft>
              <a:buClr>
                <a:schemeClr val="dk1"/>
              </a:buClr>
              <a:buSzPts val="1800"/>
              <a:buFont typeface="Manrope"/>
              <a:buNone/>
              <a:defRPr sz="1800" b="0" i="0" u="none" strike="noStrike" cap="none">
                <a:solidFill>
                  <a:schemeClr val="dk1"/>
                </a:solidFill>
                <a:latin typeface="Manrope"/>
                <a:ea typeface="Manrope"/>
                <a:cs typeface="Manrope"/>
                <a:sym typeface="Manrope"/>
              </a:defRPr>
            </a:lvl3pPr>
            <a:lvl4pPr marL="1828800" marR="0" lvl="3" indent="-330200" algn="ctr" rtl="0">
              <a:lnSpc>
                <a:spcPct val="100000"/>
              </a:lnSpc>
              <a:spcBef>
                <a:spcPts val="0"/>
              </a:spcBef>
              <a:spcAft>
                <a:spcPts val="0"/>
              </a:spcAft>
              <a:buClr>
                <a:schemeClr val="dk1"/>
              </a:buClr>
              <a:buSzPts val="1800"/>
              <a:buFont typeface="Manrope"/>
              <a:buNone/>
              <a:defRPr sz="1800" b="0" i="0" u="none" strike="noStrike" cap="none">
                <a:solidFill>
                  <a:schemeClr val="dk1"/>
                </a:solidFill>
                <a:latin typeface="Manrope"/>
                <a:ea typeface="Manrope"/>
                <a:cs typeface="Manrope"/>
                <a:sym typeface="Manrope"/>
              </a:defRPr>
            </a:lvl4pPr>
            <a:lvl5pPr marL="2286000" marR="0" lvl="4" indent="-330200" algn="ctr" rtl="0">
              <a:lnSpc>
                <a:spcPct val="100000"/>
              </a:lnSpc>
              <a:spcBef>
                <a:spcPts val="0"/>
              </a:spcBef>
              <a:spcAft>
                <a:spcPts val="0"/>
              </a:spcAft>
              <a:buClr>
                <a:schemeClr val="dk1"/>
              </a:buClr>
              <a:buSzPts val="1800"/>
              <a:buFont typeface="Manrope"/>
              <a:buNone/>
              <a:defRPr sz="1800" b="0" i="0" u="none" strike="noStrike" cap="none">
                <a:solidFill>
                  <a:schemeClr val="dk1"/>
                </a:solidFill>
                <a:latin typeface="Manrope"/>
                <a:ea typeface="Manrope"/>
                <a:cs typeface="Manrope"/>
                <a:sym typeface="Manrope"/>
              </a:defRPr>
            </a:lvl5pPr>
            <a:lvl6pPr marL="2743200" marR="0" lvl="5" indent="-330200" algn="ctr" rtl="0">
              <a:lnSpc>
                <a:spcPct val="100000"/>
              </a:lnSpc>
              <a:spcBef>
                <a:spcPts val="0"/>
              </a:spcBef>
              <a:spcAft>
                <a:spcPts val="0"/>
              </a:spcAft>
              <a:buClr>
                <a:schemeClr val="dk1"/>
              </a:buClr>
              <a:buSzPts val="1800"/>
              <a:buFont typeface="Manrope"/>
              <a:buNone/>
              <a:defRPr sz="1800" b="0" i="0" u="none" strike="noStrike" cap="none">
                <a:solidFill>
                  <a:schemeClr val="dk1"/>
                </a:solidFill>
                <a:latin typeface="Manrope"/>
                <a:ea typeface="Manrope"/>
                <a:cs typeface="Manrope"/>
                <a:sym typeface="Manrope"/>
              </a:defRPr>
            </a:lvl6pPr>
            <a:lvl7pPr marL="3200400" marR="0" lvl="6" indent="-330200" algn="ctr" rtl="0">
              <a:lnSpc>
                <a:spcPct val="100000"/>
              </a:lnSpc>
              <a:spcBef>
                <a:spcPts val="0"/>
              </a:spcBef>
              <a:spcAft>
                <a:spcPts val="0"/>
              </a:spcAft>
              <a:buClr>
                <a:schemeClr val="dk1"/>
              </a:buClr>
              <a:buSzPts val="1800"/>
              <a:buFont typeface="Manrope"/>
              <a:buNone/>
              <a:defRPr sz="1800" b="0" i="0" u="none" strike="noStrike" cap="none">
                <a:solidFill>
                  <a:schemeClr val="dk1"/>
                </a:solidFill>
                <a:latin typeface="Manrope"/>
                <a:ea typeface="Manrope"/>
                <a:cs typeface="Manrope"/>
                <a:sym typeface="Manrope"/>
              </a:defRPr>
            </a:lvl7pPr>
            <a:lvl8pPr marL="3657600" marR="0" lvl="7" indent="-330200" algn="ctr" rtl="0">
              <a:lnSpc>
                <a:spcPct val="100000"/>
              </a:lnSpc>
              <a:spcBef>
                <a:spcPts val="0"/>
              </a:spcBef>
              <a:spcAft>
                <a:spcPts val="0"/>
              </a:spcAft>
              <a:buClr>
                <a:schemeClr val="dk1"/>
              </a:buClr>
              <a:buSzPts val="1800"/>
              <a:buFont typeface="Manrope"/>
              <a:buNone/>
              <a:defRPr sz="1800" b="0" i="0" u="none" strike="noStrike" cap="none">
                <a:solidFill>
                  <a:schemeClr val="dk1"/>
                </a:solidFill>
                <a:latin typeface="Manrope"/>
                <a:ea typeface="Manrope"/>
                <a:cs typeface="Manrope"/>
                <a:sym typeface="Manrope"/>
              </a:defRPr>
            </a:lvl8pPr>
            <a:lvl9pPr marL="4114800" marR="0" lvl="8" indent="-330200" algn="ctr" rtl="0">
              <a:lnSpc>
                <a:spcPct val="100000"/>
              </a:lnSpc>
              <a:spcBef>
                <a:spcPts val="0"/>
              </a:spcBef>
              <a:spcAft>
                <a:spcPts val="0"/>
              </a:spcAft>
              <a:buClr>
                <a:schemeClr val="dk1"/>
              </a:buClr>
              <a:buSzPts val="1800"/>
              <a:buFont typeface="Manrope"/>
              <a:buNone/>
              <a:defRPr sz="1800" b="0" i="0" u="none" strike="noStrike" cap="none">
                <a:solidFill>
                  <a:schemeClr val="dk1"/>
                </a:solidFill>
                <a:latin typeface="Manrope"/>
                <a:ea typeface="Manrope"/>
                <a:cs typeface="Manrope"/>
                <a:sym typeface="Manrope"/>
              </a:defRPr>
            </a:lvl9pPr>
          </a:lstStyle>
          <a:p>
            <a:pPr marL="0" indent="0" algn="r">
              <a:lnSpc>
                <a:spcPct val="150000"/>
              </a:lnSpc>
              <a:buSzPts val="1100"/>
              <a:buFont typeface="Arial"/>
            </a:pPr>
            <a:r>
              <a:rPr lang="en-US" b="1">
                <a:latin typeface="Arial"/>
              </a:rPr>
              <a:t>MSE 609 - Group 11 – Fall 2025</a:t>
            </a:r>
            <a:br>
              <a:rPr lang="en-US" b="1">
                <a:latin typeface="Arial"/>
              </a:rPr>
            </a:br>
            <a:r>
              <a:rPr lang="en-US" b="1" err="1">
                <a:latin typeface="Arial"/>
              </a:rPr>
              <a:t>Kaichen</a:t>
            </a:r>
            <a:r>
              <a:rPr lang="en-US" b="1">
                <a:latin typeface="Arial"/>
              </a:rPr>
              <a:t> Sun, </a:t>
            </a:r>
            <a:r>
              <a:rPr lang="en" b="1">
                <a:latin typeface="Arial"/>
              </a:rPr>
              <a:t>Deep Agam, Aymen Mehrez,</a:t>
            </a:r>
            <a:endParaRPr lang="en" sz="1000" b="1">
              <a:latin typeface="Arial"/>
            </a:endParaRPr>
          </a:p>
          <a:p>
            <a:pPr marL="0" indent="0" algn="r">
              <a:lnSpc>
                <a:spcPct val="150000"/>
              </a:lnSpc>
              <a:buSzPts val="1100"/>
              <a:buFont typeface="Arial"/>
            </a:pPr>
            <a:r>
              <a:rPr lang="en" b="1">
                <a:latin typeface="Arial"/>
              </a:rPr>
              <a:t>Zayn Dhillon, </a:t>
            </a:r>
            <a:r>
              <a:rPr lang="en-US" b="1" err="1">
                <a:latin typeface="Arial"/>
              </a:rPr>
              <a:t>Wentao</a:t>
            </a:r>
            <a:r>
              <a:rPr lang="en-US" b="1">
                <a:latin typeface="Arial"/>
              </a:rPr>
              <a:t> Zang, &amp; Leila Safari</a:t>
            </a:r>
            <a:endParaRPr lang="en" sz="1000" b="1">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74">
          <a:extLst>
            <a:ext uri="{FF2B5EF4-FFF2-40B4-BE49-F238E27FC236}">
              <a16:creationId xmlns:a16="http://schemas.microsoft.com/office/drawing/2014/main" id="{6F1BC7FC-3577-8BE1-0609-989D4EB2D74E}"/>
            </a:ext>
          </a:extLst>
        </p:cNvPr>
        <p:cNvGrpSpPr/>
        <p:nvPr/>
      </p:nvGrpSpPr>
      <p:grpSpPr>
        <a:xfrm>
          <a:off x="0" y="0"/>
          <a:ext cx="0" cy="0"/>
          <a:chOff x="0" y="0"/>
          <a:chExt cx="0" cy="0"/>
        </a:xfrm>
      </p:grpSpPr>
      <p:sp>
        <p:nvSpPr>
          <p:cNvPr id="775" name="Google Shape;775;p76">
            <a:extLst>
              <a:ext uri="{FF2B5EF4-FFF2-40B4-BE49-F238E27FC236}">
                <a16:creationId xmlns:a16="http://schemas.microsoft.com/office/drawing/2014/main" id="{C52E7888-9B34-9B70-F43F-4CD222AFB454}"/>
              </a:ext>
            </a:extLst>
          </p:cNvPr>
          <p:cNvSpPr txBox="1">
            <a:spLocks noGrp="1"/>
          </p:cNvSpPr>
          <p:nvPr>
            <p:ph type="subTitle" idx="1"/>
          </p:nvPr>
        </p:nvSpPr>
        <p:spPr>
          <a:xfrm>
            <a:off x="516286" y="1191162"/>
            <a:ext cx="8199416" cy="3723448"/>
          </a:xfrm>
          <a:prstGeom prst="rect">
            <a:avLst/>
          </a:prstGeom>
        </p:spPr>
        <p:txBody>
          <a:bodyPr spcFirstLastPara="1" wrap="square" lIns="91425" tIns="91425" rIns="91425" bIns="91425" anchor="t" anchorCtr="0">
            <a:noAutofit/>
          </a:bodyPr>
          <a:lstStyle/>
          <a:p>
            <a:pPr algn="just">
              <a:buFont typeface="Arial"/>
              <a:buChar char="•"/>
            </a:pPr>
            <a:r>
              <a:rPr lang="en-US" sz="2000" b="1">
                <a:solidFill>
                  <a:srgbClr val="000000"/>
                </a:solidFill>
                <a:latin typeface="Calibri"/>
                <a:ea typeface="Calibri"/>
                <a:cs typeface="Calibri"/>
              </a:rPr>
              <a:t>Replicating Li et al. (2025)</a:t>
            </a:r>
            <a:r>
              <a:rPr lang="en-US" sz="2000">
                <a:solidFill>
                  <a:srgbClr val="000000"/>
                </a:solidFill>
                <a:latin typeface="Calibri"/>
                <a:ea typeface="Calibri"/>
                <a:cs typeface="Calibri"/>
              </a:rPr>
              <a:t>: </a:t>
            </a:r>
            <a:endParaRPr lang="en-US" sz="2000">
              <a:solidFill>
                <a:srgbClr val="1E1E1E"/>
              </a:solidFill>
              <a:ea typeface="Calibri"/>
              <a:cs typeface="Calibri"/>
            </a:endParaRPr>
          </a:p>
          <a:p>
            <a:pPr marL="927100" lvl="1" indent="-342900" algn="just">
              <a:buFont typeface="Wingdings"/>
              <a:buChar char="Ø"/>
            </a:pPr>
            <a:r>
              <a:rPr lang="en-US" sz="2000">
                <a:solidFill>
                  <a:srgbClr val="000000"/>
                </a:solidFill>
                <a:latin typeface="Calibri"/>
                <a:ea typeface="Calibri"/>
                <a:cs typeface="Calibri"/>
              </a:rPr>
              <a:t>How demographics shape AI knowledge &amp; comfort in healthcare</a:t>
            </a:r>
            <a:endParaRPr lang="en-US" sz="2000">
              <a:latin typeface="Calibri"/>
            </a:endParaRPr>
          </a:p>
          <a:p>
            <a:pPr algn="just">
              <a:buFont typeface="Arial"/>
              <a:buChar char="•"/>
            </a:pPr>
            <a:endParaRPr lang="en-US" sz="2000">
              <a:latin typeface="Calibri"/>
            </a:endParaRPr>
          </a:p>
          <a:p>
            <a:pPr algn="just">
              <a:buFont typeface="Arial"/>
              <a:buChar char="•"/>
            </a:pPr>
            <a:r>
              <a:rPr lang="en-US" sz="2000" b="1">
                <a:solidFill>
                  <a:srgbClr val="000000"/>
                </a:solidFill>
                <a:latin typeface="Calibri"/>
                <a:ea typeface="Calibri"/>
                <a:cs typeface="Calibri"/>
              </a:rPr>
              <a:t>Why It Matters</a:t>
            </a:r>
            <a:r>
              <a:rPr lang="en-US" sz="2000">
                <a:solidFill>
                  <a:srgbClr val="000000"/>
                </a:solidFill>
                <a:latin typeface="Calibri"/>
                <a:ea typeface="Calibri"/>
                <a:cs typeface="Calibri"/>
              </a:rPr>
              <a:t>:</a:t>
            </a:r>
            <a:endParaRPr lang="en-US" sz="2000">
              <a:solidFill>
                <a:srgbClr val="1E1E1E"/>
              </a:solidFill>
              <a:ea typeface="Calibri"/>
              <a:cs typeface="Calibri"/>
            </a:endParaRPr>
          </a:p>
          <a:p>
            <a:pPr lvl="1" algn="just">
              <a:buFont typeface="Wingdings"/>
              <a:buChar char="Ø"/>
            </a:pPr>
            <a:r>
              <a:rPr lang="en-US" sz="2000">
                <a:solidFill>
                  <a:srgbClr val="000000"/>
                </a:solidFill>
                <a:latin typeface="Calibri"/>
                <a:ea typeface="Calibri"/>
                <a:cs typeface="Calibri"/>
              </a:rPr>
              <a:t>AI adoption rising → public trust depends on transparency, inclusion &amp; data governance</a:t>
            </a:r>
            <a:endParaRPr lang="en-US" sz="2000">
              <a:latin typeface="Calibri"/>
            </a:endParaRPr>
          </a:p>
          <a:p>
            <a:pPr algn="just">
              <a:buFont typeface="Arial"/>
              <a:buChar char="•"/>
            </a:pPr>
            <a:endParaRPr lang="en-US" sz="2000">
              <a:latin typeface="Calibri"/>
            </a:endParaRPr>
          </a:p>
          <a:p>
            <a:pPr algn="just">
              <a:buFont typeface="Arial"/>
              <a:buChar char="•"/>
            </a:pPr>
            <a:r>
              <a:rPr lang="en-US" sz="2000" b="1">
                <a:solidFill>
                  <a:srgbClr val="000000"/>
                </a:solidFill>
                <a:latin typeface="Calibri"/>
                <a:ea typeface="Calibri"/>
                <a:cs typeface="Calibri"/>
              </a:rPr>
              <a:t>What We Replicated</a:t>
            </a:r>
            <a:r>
              <a:rPr lang="en-US" sz="2000">
                <a:solidFill>
                  <a:srgbClr val="000000"/>
                </a:solidFill>
                <a:latin typeface="Calibri"/>
                <a:ea typeface="Calibri"/>
                <a:cs typeface="Calibri"/>
              </a:rPr>
              <a:t>:</a:t>
            </a:r>
            <a:endParaRPr lang="en-US" sz="2000">
              <a:solidFill>
                <a:srgbClr val="1E1E1E"/>
              </a:solidFill>
              <a:ea typeface="Calibri"/>
              <a:cs typeface="Calibri"/>
            </a:endParaRPr>
          </a:p>
          <a:p>
            <a:pPr lvl="1" algn="just">
              <a:buFont typeface="Wingdings"/>
              <a:buChar char="Ø"/>
            </a:pPr>
            <a:r>
              <a:rPr lang="en-US" sz="2000">
                <a:solidFill>
                  <a:srgbClr val="000000"/>
                </a:solidFill>
                <a:latin typeface="Calibri"/>
                <a:ea typeface="Calibri"/>
                <a:cs typeface="Calibri"/>
              </a:rPr>
              <a:t>Table 1, Appendix A1, Figures 1–4</a:t>
            </a:r>
            <a:endParaRPr lang="en-US" sz="2000">
              <a:latin typeface="Calibri"/>
            </a:endParaRPr>
          </a:p>
          <a:p>
            <a:pPr algn="just">
              <a:buFont typeface="Arial"/>
              <a:buChar char="•"/>
            </a:pPr>
            <a:endParaRPr lang="en-US" sz="2000">
              <a:latin typeface="Calibri"/>
            </a:endParaRPr>
          </a:p>
          <a:p>
            <a:pPr algn="just">
              <a:buFont typeface="Arial"/>
              <a:buChar char="•"/>
            </a:pPr>
            <a:r>
              <a:rPr lang="en-US" sz="2000" b="1">
                <a:solidFill>
                  <a:srgbClr val="000000"/>
                </a:solidFill>
                <a:latin typeface="Calibri"/>
              </a:rPr>
              <a:t>What We Extended</a:t>
            </a:r>
            <a:r>
              <a:rPr lang="en-US" sz="2000">
                <a:solidFill>
                  <a:srgbClr val="000000"/>
                </a:solidFill>
                <a:latin typeface="Calibri"/>
              </a:rPr>
              <a:t>:</a:t>
            </a:r>
            <a:endParaRPr lang="en" sz="2000">
              <a:solidFill>
                <a:srgbClr val="1E1E1E"/>
              </a:solidFill>
              <a:ea typeface="Calibri"/>
              <a:cs typeface="Calibri"/>
            </a:endParaRPr>
          </a:p>
          <a:p>
            <a:pPr lvl="1" algn="just">
              <a:buFont typeface="Wingdings"/>
              <a:buChar char="Ø"/>
            </a:pPr>
            <a:r>
              <a:rPr lang="en-US" sz="2000">
                <a:solidFill>
                  <a:srgbClr val="000000"/>
                </a:solidFill>
                <a:latin typeface="Calibri"/>
                <a:ea typeface="Calibri"/>
                <a:cs typeface="Calibri"/>
              </a:rPr>
              <a:t>2023 &amp; 2024 CDHS datasets</a:t>
            </a:r>
            <a:endParaRPr lang="en" sz="2000">
              <a:latin typeface="Calibri"/>
            </a:endParaRPr>
          </a:p>
        </p:txBody>
      </p:sp>
      <p:sp>
        <p:nvSpPr>
          <p:cNvPr id="776" name="Google Shape;776;p76">
            <a:extLst>
              <a:ext uri="{FF2B5EF4-FFF2-40B4-BE49-F238E27FC236}">
                <a16:creationId xmlns:a16="http://schemas.microsoft.com/office/drawing/2014/main" id="{97E2EE69-1896-8FC1-94F3-1F6A22289980}"/>
              </a:ext>
            </a:extLst>
          </p:cNvPr>
          <p:cNvSpPr/>
          <p:nvPr/>
        </p:nvSpPr>
        <p:spPr>
          <a:xfrm rot="344412">
            <a:off x="6731101" y="1284764"/>
            <a:ext cx="1544162" cy="3079661"/>
          </a:xfrm>
          <a:custGeom>
            <a:avLst/>
            <a:gdLst/>
            <a:ahLst/>
            <a:cxnLst/>
            <a:rect l="l" t="t" r="r" b="b"/>
            <a:pathLst>
              <a:path w="103480" h="206345" extrusionOk="0">
                <a:moveTo>
                  <a:pt x="61741" y="8558"/>
                </a:moveTo>
                <a:cubicBezTo>
                  <a:pt x="62649" y="8558"/>
                  <a:pt x="62637" y="9975"/>
                  <a:pt x="61704" y="9975"/>
                </a:cubicBezTo>
                <a:cubicBezTo>
                  <a:pt x="61677" y="9975"/>
                  <a:pt x="61650" y="9973"/>
                  <a:pt x="61623" y="9971"/>
                </a:cubicBezTo>
                <a:lnTo>
                  <a:pt x="40979" y="9971"/>
                </a:lnTo>
                <a:cubicBezTo>
                  <a:pt x="40952" y="9973"/>
                  <a:pt x="40925" y="9975"/>
                  <a:pt x="40898" y="9975"/>
                </a:cubicBezTo>
                <a:cubicBezTo>
                  <a:pt x="39965" y="9975"/>
                  <a:pt x="39952" y="8558"/>
                  <a:pt x="40861" y="8558"/>
                </a:cubicBezTo>
                <a:cubicBezTo>
                  <a:pt x="40899" y="8558"/>
                  <a:pt x="40938" y="8561"/>
                  <a:pt x="40979" y="8566"/>
                </a:cubicBezTo>
                <a:lnTo>
                  <a:pt x="61623" y="8566"/>
                </a:lnTo>
                <a:cubicBezTo>
                  <a:pt x="61664" y="8561"/>
                  <a:pt x="61703" y="8558"/>
                  <a:pt x="61741" y="8558"/>
                </a:cubicBezTo>
                <a:close/>
                <a:moveTo>
                  <a:pt x="100713" y="16164"/>
                </a:moveTo>
                <a:lnTo>
                  <a:pt x="100713" y="189567"/>
                </a:lnTo>
                <a:lnTo>
                  <a:pt x="2987" y="189567"/>
                </a:lnTo>
                <a:lnTo>
                  <a:pt x="2987" y="16164"/>
                </a:lnTo>
                <a:close/>
                <a:moveTo>
                  <a:pt x="22357" y="196638"/>
                </a:moveTo>
                <a:lnTo>
                  <a:pt x="22313" y="197165"/>
                </a:lnTo>
                <a:lnTo>
                  <a:pt x="18448" y="197165"/>
                </a:lnTo>
                <a:lnTo>
                  <a:pt x="18448" y="196638"/>
                </a:lnTo>
                <a:close/>
                <a:moveTo>
                  <a:pt x="53277" y="196726"/>
                </a:moveTo>
                <a:cubicBezTo>
                  <a:pt x="53365" y="196726"/>
                  <a:pt x="53453" y="196814"/>
                  <a:pt x="53453" y="196945"/>
                </a:cubicBezTo>
                <a:lnTo>
                  <a:pt x="53453" y="199976"/>
                </a:lnTo>
                <a:cubicBezTo>
                  <a:pt x="53453" y="200064"/>
                  <a:pt x="53365" y="200152"/>
                  <a:pt x="53234" y="200152"/>
                </a:cubicBezTo>
                <a:lnTo>
                  <a:pt x="50203" y="200152"/>
                </a:lnTo>
                <a:cubicBezTo>
                  <a:pt x="50071" y="200152"/>
                  <a:pt x="49983" y="200064"/>
                  <a:pt x="49983" y="199976"/>
                </a:cubicBezTo>
                <a:lnTo>
                  <a:pt x="49983" y="196945"/>
                </a:lnTo>
                <a:cubicBezTo>
                  <a:pt x="49983" y="196814"/>
                  <a:pt x="50071" y="196726"/>
                  <a:pt x="50203" y="196726"/>
                </a:cubicBezTo>
                <a:close/>
                <a:moveTo>
                  <a:pt x="80706" y="196517"/>
                </a:moveTo>
                <a:cubicBezTo>
                  <a:pt x="80761" y="196517"/>
                  <a:pt x="80816" y="196528"/>
                  <a:pt x="80860" y="196550"/>
                </a:cubicBezTo>
                <a:cubicBezTo>
                  <a:pt x="80948" y="196638"/>
                  <a:pt x="80948" y="196770"/>
                  <a:pt x="80860" y="196858"/>
                </a:cubicBezTo>
                <a:lnTo>
                  <a:pt x="79455" y="198263"/>
                </a:lnTo>
                <a:cubicBezTo>
                  <a:pt x="79367" y="198351"/>
                  <a:pt x="79323" y="198439"/>
                  <a:pt x="79323" y="198527"/>
                </a:cubicBezTo>
                <a:cubicBezTo>
                  <a:pt x="79323" y="198614"/>
                  <a:pt x="79367" y="198702"/>
                  <a:pt x="79455" y="198790"/>
                </a:cubicBezTo>
                <a:lnTo>
                  <a:pt x="80860" y="200196"/>
                </a:lnTo>
                <a:cubicBezTo>
                  <a:pt x="80948" y="200284"/>
                  <a:pt x="80948" y="200415"/>
                  <a:pt x="80860" y="200503"/>
                </a:cubicBezTo>
                <a:cubicBezTo>
                  <a:pt x="80816" y="200547"/>
                  <a:pt x="80761" y="200569"/>
                  <a:pt x="80706" y="200569"/>
                </a:cubicBezTo>
                <a:cubicBezTo>
                  <a:pt x="80652" y="200569"/>
                  <a:pt x="80597" y="200547"/>
                  <a:pt x="80553" y="200503"/>
                </a:cubicBezTo>
                <a:lnTo>
                  <a:pt x="79147" y="199098"/>
                </a:lnTo>
                <a:cubicBezTo>
                  <a:pt x="79015" y="198922"/>
                  <a:pt x="78928" y="198746"/>
                  <a:pt x="78928" y="198527"/>
                </a:cubicBezTo>
                <a:cubicBezTo>
                  <a:pt x="78928" y="198307"/>
                  <a:pt x="79015" y="198131"/>
                  <a:pt x="79147" y="198000"/>
                </a:cubicBezTo>
                <a:lnTo>
                  <a:pt x="80553" y="196550"/>
                </a:lnTo>
                <a:cubicBezTo>
                  <a:pt x="80597" y="196528"/>
                  <a:pt x="80652" y="196517"/>
                  <a:pt x="80706" y="196517"/>
                </a:cubicBezTo>
                <a:close/>
                <a:moveTo>
                  <a:pt x="15461" y="1"/>
                </a:moveTo>
                <a:cubicBezTo>
                  <a:pt x="6940" y="1"/>
                  <a:pt x="1" y="6941"/>
                  <a:pt x="1" y="15461"/>
                </a:cubicBezTo>
                <a:lnTo>
                  <a:pt x="1" y="190884"/>
                </a:lnTo>
                <a:cubicBezTo>
                  <a:pt x="1" y="199405"/>
                  <a:pt x="6940" y="206345"/>
                  <a:pt x="15461" y="206345"/>
                </a:cubicBezTo>
                <a:lnTo>
                  <a:pt x="88019" y="206345"/>
                </a:lnTo>
                <a:cubicBezTo>
                  <a:pt x="96540" y="206345"/>
                  <a:pt x="103480" y="199405"/>
                  <a:pt x="103480" y="190884"/>
                </a:cubicBezTo>
                <a:lnTo>
                  <a:pt x="103480" y="15461"/>
                </a:lnTo>
                <a:cubicBezTo>
                  <a:pt x="103480" y="6941"/>
                  <a:pt x="96540" y="1"/>
                  <a:pt x="88019" y="1"/>
                </a:cubicBez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7" name="Google Shape;777;p76">
            <a:extLst>
              <a:ext uri="{FF2B5EF4-FFF2-40B4-BE49-F238E27FC236}">
                <a16:creationId xmlns:a16="http://schemas.microsoft.com/office/drawing/2014/main" id="{5F14584F-E5D5-A373-DADB-2251B7C91400}"/>
              </a:ext>
            </a:extLst>
          </p:cNvPr>
          <p:cNvSpPr txBox="1">
            <a:spLocks noGrp="1"/>
          </p:cNvSpPr>
          <p:nvPr>
            <p:ph type="title"/>
          </p:nvPr>
        </p:nvSpPr>
        <p:spPr>
          <a:xfrm>
            <a:off x="719925" y="437700"/>
            <a:ext cx="7704000" cy="657900"/>
          </a:xfrm>
          <a:prstGeom prst="rect">
            <a:avLst/>
          </a:prstGeom>
        </p:spPr>
        <p:txBody>
          <a:bodyPr spcFirstLastPara="1" wrap="square" lIns="91425" tIns="91425" rIns="91425" bIns="91425" anchor="ctr" anchorCtr="0">
            <a:noAutofit/>
          </a:bodyPr>
          <a:lstStyle/>
          <a:p>
            <a:r>
              <a:rPr lang="en-CA" sz="4000" b="1">
                <a:solidFill>
                  <a:schemeClr val="lt1"/>
                </a:solidFill>
                <a:latin typeface="Calibri"/>
                <a:ea typeface="Calibri"/>
                <a:cs typeface="Calibri"/>
              </a:rPr>
              <a:t>Project Overview</a:t>
            </a:r>
            <a:r>
              <a:rPr lang="en-CA" sz="4000" b="1">
                <a:solidFill>
                  <a:schemeClr val="lt1"/>
                </a:solidFill>
                <a:latin typeface="Calibri"/>
              </a:rPr>
              <a:t> &amp; Why It Matters </a:t>
            </a:r>
            <a:endParaRPr lang="en-US" sz="4000" b="1">
              <a:solidFill>
                <a:schemeClr val="lt1"/>
              </a:solidFill>
              <a:latin typeface="Calibri"/>
            </a:endParaRPr>
          </a:p>
        </p:txBody>
      </p:sp>
    </p:spTree>
    <p:extLst>
      <p:ext uri="{BB962C8B-B14F-4D97-AF65-F5344CB8AC3E}">
        <p14:creationId xmlns:p14="http://schemas.microsoft.com/office/powerpoint/2010/main" val="3281995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776"/>
                                        </p:tgtEl>
                                        <p:attrNameLst>
                                          <p:attrName>style.visibility</p:attrName>
                                        </p:attrNameLst>
                                      </p:cBhvr>
                                      <p:to>
                                        <p:strVal val="visible"/>
                                      </p:to>
                                    </p:set>
                                    <p:anim calcmode="lin" valueType="num">
                                      <p:cBhvr additive="base">
                                        <p:cTn id="7" dur="1000"/>
                                        <p:tgtEl>
                                          <p:spTgt spid="77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2">
          <a:extLst>
            <a:ext uri="{FF2B5EF4-FFF2-40B4-BE49-F238E27FC236}">
              <a16:creationId xmlns:a16="http://schemas.microsoft.com/office/drawing/2014/main" id="{BDBB3C97-9DD6-805A-3322-82EB2746EF6B}"/>
            </a:ext>
          </a:extLst>
        </p:cNvPr>
        <p:cNvGrpSpPr/>
        <p:nvPr/>
      </p:nvGrpSpPr>
      <p:grpSpPr>
        <a:xfrm>
          <a:off x="0" y="0"/>
          <a:ext cx="0" cy="0"/>
          <a:chOff x="0" y="0"/>
          <a:chExt cx="0" cy="0"/>
        </a:xfrm>
      </p:grpSpPr>
      <p:sp>
        <p:nvSpPr>
          <p:cNvPr id="9" name="Google Shape;1561;p116">
            <a:extLst>
              <a:ext uri="{FF2B5EF4-FFF2-40B4-BE49-F238E27FC236}">
                <a16:creationId xmlns:a16="http://schemas.microsoft.com/office/drawing/2014/main" id="{09C153BA-E207-96FB-3767-0992DEFCB223}"/>
              </a:ext>
            </a:extLst>
          </p:cNvPr>
          <p:cNvSpPr txBox="1">
            <a:spLocks/>
          </p:cNvSpPr>
          <p:nvPr/>
        </p:nvSpPr>
        <p:spPr>
          <a:xfrm>
            <a:off x="720232" y="1980198"/>
            <a:ext cx="4503301" cy="2414971"/>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Kulim Park"/>
              <a:buNone/>
              <a:defRPr sz="5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9pPr>
          </a:lstStyle>
          <a:p>
            <a:r>
              <a:rPr lang="en-US" sz="2000" b="1">
                <a:solidFill>
                  <a:srgbClr val="000000"/>
                </a:solidFill>
                <a:latin typeface="Calibri"/>
              </a:rPr>
              <a:t>Data Source</a:t>
            </a:r>
            <a:endParaRPr lang="en-US" sz="2000">
              <a:latin typeface="Calibri"/>
            </a:endParaRPr>
          </a:p>
          <a:p>
            <a:pPr>
              <a:buFont typeface="Arial"/>
              <a:buChar char="•"/>
            </a:pPr>
            <a:r>
              <a:rPr lang="en-US" sz="2000">
                <a:solidFill>
                  <a:srgbClr val="000000"/>
                </a:solidFill>
                <a:latin typeface="Calibri"/>
              </a:rPr>
              <a:t>CDHS </a:t>
            </a:r>
            <a:r>
              <a:rPr lang="en-US" sz="2000" b="1">
                <a:solidFill>
                  <a:srgbClr val="000000"/>
                </a:solidFill>
                <a:latin typeface="Calibri"/>
              </a:rPr>
              <a:t>2021</a:t>
            </a:r>
            <a:r>
              <a:rPr lang="en-US" sz="2000">
                <a:solidFill>
                  <a:srgbClr val="000000"/>
                </a:solidFill>
                <a:latin typeface="Calibri"/>
              </a:rPr>
              <a:t> (n = 12,052)</a:t>
            </a:r>
            <a:endParaRPr lang="en-US" sz="2000">
              <a:latin typeface="Calibri"/>
            </a:endParaRPr>
          </a:p>
          <a:p>
            <a:pPr>
              <a:buFont typeface="Arial"/>
              <a:buChar char="•"/>
            </a:pPr>
            <a:r>
              <a:rPr lang="en-US" sz="2000">
                <a:solidFill>
                  <a:srgbClr val="000000"/>
                </a:solidFill>
                <a:latin typeface="Calibri"/>
              </a:rPr>
              <a:t>Extension: </a:t>
            </a:r>
            <a:r>
              <a:rPr lang="en-US" sz="2000" b="1">
                <a:solidFill>
                  <a:srgbClr val="000000"/>
                </a:solidFill>
                <a:latin typeface="Calibri"/>
              </a:rPr>
              <a:t>2023 &amp; 2024</a:t>
            </a:r>
          </a:p>
          <a:p>
            <a:pPr>
              <a:buFont typeface="Arial"/>
              <a:buChar char="•"/>
            </a:pPr>
            <a:endParaRPr lang="en-US" sz="2000" b="1">
              <a:solidFill>
                <a:srgbClr val="000000"/>
              </a:solidFill>
            </a:endParaRPr>
          </a:p>
          <a:p>
            <a:r>
              <a:rPr lang="en-US" sz="2000" b="1">
                <a:solidFill>
                  <a:srgbClr val="000000"/>
                </a:solidFill>
                <a:latin typeface="Calibri"/>
              </a:rPr>
              <a:t>Dependent Variables (Likert 1–4)</a:t>
            </a:r>
            <a:endParaRPr lang="en-US" sz="2000">
              <a:latin typeface="Calibri"/>
            </a:endParaRPr>
          </a:p>
          <a:p>
            <a:pPr marL="285750" indent="-285750">
              <a:buFont typeface="Arial"/>
              <a:buChar char="•"/>
            </a:pPr>
            <a:r>
              <a:rPr lang="en-US" sz="2000" b="1">
                <a:solidFill>
                  <a:srgbClr val="000000"/>
                </a:solidFill>
                <a:latin typeface="Calibri"/>
              </a:rPr>
              <a:t>Q40</a:t>
            </a:r>
            <a:r>
              <a:rPr lang="en-US" sz="2000">
                <a:solidFill>
                  <a:srgbClr val="000000"/>
                </a:solidFill>
                <a:latin typeface="Calibri"/>
              </a:rPr>
              <a:t> – AI knowledge</a:t>
            </a:r>
            <a:endParaRPr lang="en-US" sz="2000">
              <a:latin typeface="Calibri"/>
            </a:endParaRPr>
          </a:p>
          <a:p>
            <a:pPr marL="285750" indent="-285750">
              <a:buFont typeface="Arial"/>
              <a:buChar char="•"/>
            </a:pPr>
            <a:r>
              <a:rPr lang="en-US" sz="2000" b="1">
                <a:solidFill>
                  <a:srgbClr val="000000"/>
                </a:solidFill>
                <a:latin typeface="Calibri"/>
              </a:rPr>
              <a:t>Q41</a:t>
            </a:r>
            <a:r>
              <a:rPr lang="en-US" sz="2000">
                <a:solidFill>
                  <a:srgbClr val="000000"/>
                </a:solidFill>
                <a:latin typeface="Calibri"/>
              </a:rPr>
              <a:t> – Comfort with AI in healthcare</a:t>
            </a:r>
            <a:endParaRPr lang="en-US" sz="2000">
              <a:latin typeface="Calibri"/>
            </a:endParaRPr>
          </a:p>
          <a:p>
            <a:pPr marL="285750" indent="-285750">
              <a:buFont typeface="Arial"/>
              <a:buChar char="•"/>
            </a:pPr>
            <a:r>
              <a:rPr lang="en-US" sz="2000" b="1">
                <a:solidFill>
                  <a:srgbClr val="000000"/>
                </a:solidFill>
                <a:latin typeface="Calibri"/>
              </a:rPr>
              <a:t>Q42</a:t>
            </a:r>
            <a:r>
              <a:rPr lang="en-US" sz="2000">
                <a:solidFill>
                  <a:srgbClr val="000000"/>
                </a:solidFill>
                <a:latin typeface="Calibri"/>
              </a:rPr>
              <a:t> – Comfort with AI research (consent)</a:t>
            </a:r>
            <a:endParaRPr lang="en-US" sz="2000">
              <a:latin typeface="Calibri"/>
            </a:endParaRPr>
          </a:p>
          <a:p>
            <a:pPr marL="285750" indent="-285750">
              <a:buFont typeface="Arial"/>
              <a:buChar char="•"/>
            </a:pPr>
            <a:r>
              <a:rPr lang="en-US" sz="2000" b="1">
                <a:solidFill>
                  <a:srgbClr val="000000"/>
                </a:solidFill>
                <a:latin typeface="Calibri"/>
              </a:rPr>
              <a:t>Q43</a:t>
            </a:r>
            <a:r>
              <a:rPr lang="en-US" sz="2000">
                <a:solidFill>
                  <a:srgbClr val="000000"/>
                </a:solidFill>
                <a:latin typeface="Calibri"/>
              </a:rPr>
              <a:t> – Comfort with AI research (no consent, de-identified)</a:t>
            </a:r>
            <a:endParaRPr lang="en-US" sz="2000">
              <a:latin typeface="Calibri"/>
            </a:endParaRPr>
          </a:p>
          <a:p>
            <a:endParaRPr lang="en-US" sz="2000">
              <a:latin typeface="Calibri"/>
            </a:endParaRPr>
          </a:p>
        </p:txBody>
      </p:sp>
      <p:sp>
        <p:nvSpPr>
          <p:cNvPr id="3" name="Google Shape;698;p70">
            <a:extLst>
              <a:ext uri="{FF2B5EF4-FFF2-40B4-BE49-F238E27FC236}">
                <a16:creationId xmlns:a16="http://schemas.microsoft.com/office/drawing/2014/main" id="{358193EA-8891-2C29-3B3B-303AD290047E}"/>
              </a:ext>
            </a:extLst>
          </p:cNvPr>
          <p:cNvSpPr txBox="1">
            <a:spLocks noGrp="1"/>
          </p:cNvSpPr>
          <p:nvPr>
            <p:ph type="title"/>
          </p:nvPr>
        </p:nvSpPr>
        <p:spPr>
          <a:xfrm>
            <a:off x="719925" y="424562"/>
            <a:ext cx="7704000" cy="647117"/>
          </a:xfrm>
          <a:prstGeom prst="rect">
            <a:avLst/>
          </a:prstGeom>
        </p:spPr>
        <p:txBody>
          <a:bodyPr spcFirstLastPara="1" wrap="square" lIns="91425" tIns="91425" rIns="91425" bIns="91425" anchor="ctr" anchorCtr="0">
            <a:noAutofit/>
          </a:bodyPr>
          <a:lstStyle/>
          <a:p>
            <a:r>
              <a:rPr lang="en-CA" sz="4400" b="1">
                <a:solidFill>
                  <a:schemeClr val="bg1"/>
                </a:solidFill>
                <a:latin typeface="Calibri"/>
                <a:ea typeface="Calibri"/>
                <a:cs typeface="Calibri"/>
              </a:rPr>
              <a:t>Data &amp; Variables</a:t>
            </a:r>
            <a:endParaRPr lang="en-US" sz="4400">
              <a:solidFill>
                <a:schemeClr val="bg1"/>
              </a:solidFill>
            </a:endParaRPr>
          </a:p>
        </p:txBody>
      </p:sp>
      <p:sp>
        <p:nvSpPr>
          <p:cNvPr id="16" name="Google Shape;1858;p119">
            <a:extLst>
              <a:ext uri="{FF2B5EF4-FFF2-40B4-BE49-F238E27FC236}">
                <a16:creationId xmlns:a16="http://schemas.microsoft.com/office/drawing/2014/main" id="{EBFCB56E-B4B3-1921-3B20-40EAA46CE406}"/>
              </a:ext>
            </a:extLst>
          </p:cNvPr>
          <p:cNvSpPr/>
          <p:nvPr/>
        </p:nvSpPr>
        <p:spPr>
          <a:xfrm rot="12114153">
            <a:off x="7659015" y="2873394"/>
            <a:ext cx="1530411" cy="1623363"/>
          </a:xfrm>
          <a:custGeom>
            <a:avLst/>
            <a:gdLst/>
            <a:ahLst/>
            <a:cxnLst/>
            <a:rect l="l" t="t" r="r" b="b"/>
            <a:pathLst>
              <a:path w="18358" h="19473" extrusionOk="0">
                <a:moveTo>
                  <a:pt x="8261" y="191"/>
                </a:moveTo>
                <a:cubicBezTo>
                  <a:pt x="8488" y="191"/>
                  <a:pt x="8711" y="204"/>
                  <a:pt x="8915" y="244"/>
                </a:cubicBezTo>
                <a:cubicBezTo>
                  <a:pt x="8996" y="264"/>
                  <a:pt x="9185" y="228"/>
                  <a:pt x="9094" y="394"/>
                </a:cubicBezTo>
                <a:cubicBezTo>
                  <a:pt x="9068" y="446"/>
                  <a:pt x="8671" y="446"/>
                  <a:pt x="8616" y="452"/>
                </a:cubicBezTo>
                <a:cubicBezTo>
                  <a:pt x="8329" y="492"/>
                  <a:pt x="8043" y="527"/>
                  <a:pt x="7757" y="566"/>
                </a:cubicBezTo>
                <a:cubicBezTo>
                  <a:pt x="7184" y="638"/>
                  <a:pt x="6611" y="713"/>
                  <a:pt x="6039" y="781"/>
                </a:cubicBezTo>
                <a:cubicBezTo>
                  <a:pt x="5460" y="849"/>
                  <a:pt x="4877" y="927"/>
                  <a:pt x="4295" y="941"/>
                </a:cubicBezTo>
                <a:cubicBezTo>
                  <a:pt x="4037" y="946"/>
                  <a:pt x="3708" y="979"/>
                  <a:pt x="3396" y="979"/>
                </a:cubicBezTo>
                <a:cubicBezTo>
                  <a:pt x="3208" y="979"/>
                  <a:pt x="3025" y="967"/>
                  <a:pt x="2867" y="930"/>
                </a:cubicBezTo>
                <a:lnTo>
                  <a:pt x="2867" y="930"/>
                </a:lnTo>
                <a:cubicBezTo>
                  <a:pt x="3737" y="486"/>
                  <a:pt x="4796" y="374"/>
                  <a:pt x="5759" y="293"/>
                </a:cubicBezTo>
                <a:cubicBezTo>
                  <a:pt x="6263" y="251"/>
                  <a:pt x="6764" y="231"/>
                  <a:pt x="7269" y="225"/>
                </a:cubicBezTo>
                <a:cubicBezTo>
                  <a:pt x="7578" y="219"/>
                  <a:pt x="7924" y="191"/>
                  <a:pt x="8261" y="191"/>
                </a:cubicBezTo>
                <a:close/>
                <a:moveTo>
                  <a:pt x="6138" y="2642"/>
                </a:moveTo>
                <a:cubicBezTo>
                  <a:pt x="8181" y="2642"/>
                  <a:pt x="10207" y="3074"/>
                  <a:pt x="12194" y="3192"/>
                </a:cubicBezTo>
                <a:cubicBezTo>
                  <a:pt x="11813" y="3278"/>
                  <a:pt x="11423" y="3309"/>
                  <a:pt x="11030" y="3309"/>
                </a:cubicBezTo>
                <a:cubicBezTo>
                  <a:pt x="10246" y="3309"/>
                  <a:pt x="9449" y="3184"/>
                  <a:pt x="8677" y="3117"/>
                </a:cubicBezTo>
                <a:cubicBezTo>
                  <a:pt x="7435" y="3010"/>
                  <a:pt x="6198" y="2919"/>
                  <a:pt x="4972" y="2694"/>
                </a:cubicBezTo>
                <a:cubicBezTo>
                  <a:pt x="5361" y="2658"/>
                  <a:pt x="5750" y="2642"/>
                  <a:pt x="6138" y="2642"/>
                </a:cubicBezTo>
                <a:close/>
                <a:moveTo>
                  <a:pt x="7997" y="4278"/>
                </a:moveTo>
                <a:cubicBezTo>
                  <a:pt x="8724" y="4278"/>
                  <a:pt x="9471" y="4460"/>
                  <a:pt x="10128" y="4708"/>
                </a:cubicBezTo>
                <a:cubicBezTo>
                  <a:pt x="10587" y="4880"/>
                  <a:pt x="11030" y="5098"/>
                  <a:pt x="11449" y="5349"/>
                </a:cubicBezTo>
                <a:cubicBezTo>
                  <a:pt x="11710" y="5505"/>
                  <a:pt x="11957" y="5678"/>
                  <a:pt x="12204" y="5860"/>
                </a:cubicBezTo>
                <a:cubicBezTo>
                  <a:pt x="12326" y="5947"/>
                  <a:pt x="12535" y="6155"/>
                  <a:pt x="12669" y="6171"/>
                </a:cubicBezTo>
                <a:lnTo>
                  <a:pt x="12669" y="6171"/>
                </a:lnTo>
                <a:cubicBezTo>
                  <a:pt x="12266" y="6143"/>
                  <a:pt x="11769" y="5900"/>
                  <a:pt x="11371" y="5775"/>
                </a:cubicBezTo>
                <a:cubicBezTo>
                  <a:pt x="10844" y="5606"/>
                  <a:pt x="10317" y="5440"/>
                  <a:pt x="9793" y="5271"/>
                </a:cubicBezTo>
                <a:cubicBezTo>
                  <a:pt x="9296" y="5115"/>
                  <a:pt x="8801" y="4955"/>
                  <a:pt x="8306" y="4799"/>
                </a:cubicBezTo>
                <a:cubicBezTo>
                  <a:pt x="8072" y="4721"/>
                  <a:pt x="7825" y="4659"/>
                  <a:pt x="7597" y="4565"/>
                </a:cubicBezTo>
                <a:cubicBezTo>
                  <a:pt x="7462" y="4509"/>
                  <a:pt x="7336" y="4408"/>
                  <a:pt x="7197" y="4360"/>
                </a:cubicBezTo>
                <a:lnTo>
                  <a:pt x="7197" y="4360"/>
                </a:lnTo>
                <a:cubicBezTo>
                  <a:pt x="7457" y="4303"/>
                  <a:pt x="7725" y="4278"/>
                  <a:pt x="7997" y="4278"/>
                </a:cubicBezTo>
                <a:close/>
                <a:moveTo>
                  <a:pt x="1438" y="1796"/>
                </a:moveTo>
                <a:lnTo>
                  <a:pt x="1438" y="1796"/>
                </a:lnTo>
                <a:cubicBezTo>
                  <a:pt x="3208" y="3455"/>
                  <a:pt x="3999" y="5411"/>
                  <a:pt x="4223" y="7636"/>
                </a:cubicBezTo>
                <a:cubicBezTo>
                  <a:pt x="3101" y="5831"/>
                  <a:pt x="2206" y="3924"/>
                  <a:pt x="1438" y="1796"/>
                </a:cubicBezTo>
                <a:close/>
                <a:moveTo>
                  <a:pt x="4657" y="4488"/>
                </a:moveTo>
                <a:cubicBezTo>
                  <a:pt x="4804" y="4684"/>
                  <a:pt x="5011" y="4904"/>
                  <a:pt x="5099" y="5030"/>
                </a:cubicBezTo>
                <a:cubicBezTo>
                  <a:pt x="5375" y="5427"/>
                  <a:pt x="5652" y="5824"/>
                  <a:pt x="5918" y="6224"/>
                </a:cubicBezTo>
                <a:cubicBezTo>
                  <a:pt x="6393" y="6930"/>
                  <a:pt x="6894" y="7656"/>
                  <a:pt x="7021" y="8518"/>
                </a:cubicBezTo>
                <a:cubicBezTo>
                  <a:pt x="6543" y="7835"/>
                  <a:pt x="6078" y="7145"/>
                  <a:pt x="5642" y="6436"/>
                </a:cubicBezTo>
                <a:cubicBezTo>
                  <a:pt x="5249" y="5803"/>
                  <a:pt x="4957" y="5158"/>
                  <a:pt x="4657" y="4488"/>
                </a:cubicBezTo>
                <a:close/>
                <a:moveTo>
                  <a:pt x="9416" y="6676"/>
                </a:moveTo>
                <a:lnTo>
                  <a:pt x="9416" y="6676"/>
                </a:lnTo>
                <a:cubicBezTo>
                  <a:pt x="10499" y="6969"/>
                  <a:pt x="11583" y="7269"/>
                  <a:pt x="12624" y="7692"/>
                </a:cubicBezTo>
                <a:cubicBezTo>
                  <a:pt x="13161" y="7910"/>
                  <a:pt x="13681" y="8154"/>
                  <a:pt x="14186" y="8437"/>
                </a:cubicBezTo>
                <a:cubicBezTo>
                  <a:pt x="14534" y="8632"/>
                  <a:pt x="14970" y="9019"/>
                  <a:pt x="15214" y="9169"/>
                </a:cubicBezTo>
                <a:cubicBezTo>
                  <a:pt x="13232" y="8531"/>
                  <a:pt x="11043" y="8046"/>
                  <a:pt x="9416" y="6676"/>
                </a:cubicBezTo>
                <a:close/>
                <a:moveTo>
                  <a:pt x="7184" y="5707"/>
                </a:moveTo>
                <a:lnTo>
                  <a:pt x="7184" y="5707"/>
                </a:lnTo>
                <a:cubicBezTo>
                  <a:pt x="8648" y="7438"/>
                  <a:pt x="9679" y="9370"/>
                  <a:pt x="9709" y="10451"/>
                </a:cubicBezTo>
                <a:cubicBezTo>
                  <a:pt x="8817" y="8847"/>
                  <a:pt x="7799" y="7386"/>
                  <a:pt x="7184" y="5707"/>
                </a:cubicBezTo>
                <a:close/>
                <a:moveTo>
                  <a:pt x="12887" y="10812"/>
                </a:moveTo>
                <a:lnTo>
                  <a:pt x="12887" y="10812"/>
                </a:lnTo>
                <a:cubicBezTo>
                  <a:pt x="14921" y="11088"/>
                  <a:pt x="16606" y="12178"/>
                  <a:pt x="17810" y="13824"/>
                </a:cubicBezTo>
                <a:cubicBezTo>
                  <a:pt x="16928" y="13333"/>
                  <a:pt x="16043" y="12845"/>
                  <a:pt x="15165" y="12351"/>
                </a:cubicBezTo>
                <a:cubicBezTo>
                  <a:pt x="14449" y="11950"/>
                  <a:pt x="13317" y="11550"/>
                  <a:pt x="12887" y="10812"/>
                </a:cubicBezTo>
                <a:close/>
                <a:moveTo>
                  <a:pt x="13532" y="12438"/>
                </a:moveTo>
                <a:cubicBezTo>
                  <a:pt x="13782" y="13606"/>
                  <a:pt x="13629" y="14784"/>
                  <a:pt x="13636" y="15959"/>
                </a:cubicBezTo>
                <a:cubicBezTo>
                  <a:pt x="13128" y="14807"/>
                  <a:pt x="12848" y="13645"/>
                  <a:pt x="13532" y="12438"/>
                </a:cubicBezTo>
                <a:close/>
                <a:moveTo>
                  <a:pt x="14931" y="14817"/>
                </a:moveTo>
                <a:lnTo>
                  <a:pt x="14931" y="14817"/>
                </a:lnTo>
                <a:cubicBezTo>
                  <a:pt x="15406" y="15279"/>
                  <a:pt x="15861" y="15786"/>
                  <a:pt x="16095" y="16414"/>
                </a:cubicBezTo>
                <a:cubicBezTo>
                  <a:pt x="16353" y="17101"/>
                  <a:pt x="16388" y="17883"/>
                  <a:pt x="16496" y="18606"/>
                </a:cubicBezTo>
                <a:lnTo>
                  <a:pt x="16496" y="18606"/>
                </a:lnTo>
                <a:cubicBezTo>
                  <a:pt x="16034" y="18243"/>
                  <a:pt x="15814" y="17295"/>
                  <a:pt x="15581" y="16756"/>
                </a:cubicBezTo>
                <a:cubicBezTo>
                  <a:pt x="15305" y="16108"/>
                  <a:pt x="15019" y="15516"/>
                  <a:pt x="14931" y="14817"/>
                </a:cubicBezTo>
                <a:close/>
                <a:moveTo>
                  <a:pt x="16498" y="18619"/>
                </a:moveTo>
                <a:cubicBezTo>
                  <a:pt x="16498" y="18622"/>
                  <a:pt x="16498" y="18624"/>
                  <a:pt x="16499" y="18627"/>
                </a:cubicBezTo>
                <a:cubicBezTo>
                  <a:pt x="16480" y="18632"/>
                  <a:pt x="16472" y="18635"/>
                  <a:pt x="16470" y="18635"/>
                </a:cubicBezTo>
                <a:cubicBezTo>
                  <a:pt x="16468" y="18635"/>
                  <a:pt x="16486" y="18627"/>
                  <a:pt x="16498" y="18619"/>
                </a:cubicBezTo>
                <a:close/>
                <a:moveTo>
                  <a:pt x="7620" y="1"/>
                </a:moveTo>
                <a:cubicBezTo>
                  <a:pt x="6436" y="1"/>
                  <a:pt x="5253" y="81"/>
                  <a:pt x="4093" y="329"/>
                </a:cubicBezTo>
                <a:cubicBezTo>
                  <a:pt x="3400" y="479"/>
                  <a:pt x="2717" y="804"/>
                  <a:pt x="2008" y="866"/>
                </a:cubicBezTo>
                <a:cubicBezTo>
                  <a:pt x="1939" y="871"/>
                  <a:pt x="1870" y="874"/>
                  <a:pt x="1801" y="874"/>
                </a:cubicBezTo>
                <a:cubicBezTo>
                  <a:pt x="1555" y="874"/>
                  <a:pt x="1311" y="837"/>
                  <a:pt x="1077" y="758"/>
                </a:cubicBezTo>
                <a:cubicBezTo>
                  <a:pt x="797" y="664"/>
                  <a:pt x="409" y="459"/>
                  <a:pt x="116" y="459"/>
                </a:cubicBezTo>
                <a:cubicBezTo>
                  <a:pt x="76" y="459"/>
                  <a:pt x="37" y="463"/>
                  <a:pt x="0" y="472"/>
                </a:cubicBezTo>
                <a:cubicBezTo>
                  <a:pt x="283" y="599"/>
                  <a:pt x="781" y="716"/>
                  <a:pt x="996" y="954"/>
                </a:cubicBezTo>
                <a:cubicBezTo>
                  <a:pt x="1224" y="1204"/>
                  <a:pt x="1243" y="1747"/>
                  <a:pt x="1337" y="2060"/>
                </a:cubicBezTo>
                <a:cubicBezTo>
                  <a:pt x="1562" y="2798"/>
                  <a:pt x="1861" y="3508"/>
                  <a:pt x="2180" y="4207"/>
                </a:cubicBezTo>
                <a:cubicBezTo>
                  <a:pt x="2502" y="4913"/>
                  <a:pt x="2818" y="5626"/>
                  <a:pt x="3172" y="6312"/>
                </a:cubicBezTo>
                <a:cubicBezTo>
                  <a:pt x="3446" y="6839"/>
                  <a:pt x="3784" y="7870"/>
                  <a:pt x="4415" y="8056"/>
                </a:cubicBezTo>
                <a:cubicBezTo>
                  <a:pt x="4568" y="6696"/>
                  <a:pt x="3963" y="5033"/>
                  <a:pt x="3309" y="3852"/>
                </a:cubicBezTo>
                <a:cubicBezTo>
                  <a:pt x="2948" y="3195"/>
                  <a:pt x="2470" y="2658"/>
                  <a:pt x="2004" y="2082"/>
                </a:cubicBezTo>
                <a:cubicBezTo>
                  <a:pt x="1897" y="1952"/>
                  <a:pt x="1311" y="1367"/>
                  <a:pt x="1341" y="1230"/>
                </a:cubicBezTo>
                <a:cubicBezTo>
                  <a:pt x="1350" y="1190"/>
                  <a:pt x="1381" y="1172"/>
                  <a:pt x="1427" y="1172"/>
                </a:cubicBezTo>
                <a:cubicBezTo>
                  <a:pt x="1654" y="1172"/>
                  <a:pt x="2247" y="1591"/>
                  <a:pt x="2385" y="1669"/>
                </a:cubicBezTo>
                <a:cubicBezTo>
                  <a:pt x="3081" y="2073"/>
                  <a:pt x="3677" y="2349"/>
                  <a:pt x="3947" y="3163"/>
                </a:cubicBezTo>
                <a:cubicBezTo>
                  <a:pt x="4188" y="3885"/>
                  <a:pt x="4396" y="4591"/>
                  <a:pt x="4737" y="5281"/>
                </a:cubicBezTo>
                <a:cubicBezTo>
                  <a:pt x="5072" y="5954"/>
                  <a:pt x="5466" y="6595"/>
                  <a:pt x="5870" y="7230"/>
                </a:cubicBezTo>
                <a:cubicBezTo>
                  <a:pt x="6286" y="7880"/>
                  <a:pt x="6748" y="8905"/>
                  <a:pt x="7418" y="9296"/>
                </a:cubicBezTo>
                <a:cubicBezTo>
                  <a:pt x="7545" y="8765"/>
                  <a:pt x="7200" y="8199"/>
                  <a:pt x="6992" y="7698"/>
                </a:cubicBezTo>
                <a:cubicBezTo>
                  <a:pt x="6745" y="7106"/>
                  <a:pt x="6445" y="6553"/>
                  <a:pt x="6078" y="6029"/>
                </a:cubicBezTo>
                <a:cubicBezTo>
                  <a:pt x="5343" y="4975"/>
                  <a:pt x="4620" y="3979"/>
                  <a:pt x="4135" y="2775"/>
                </a:cubicBezTo>
                <a:lnTo>
                  <a:pt x="4135" y="2775"/>
                </a:lnTo>
                <a:cubicBezTo>
                  <a:pt x="4900" y="3332"/>
                  <a:pt x="5700" y="3865"/>
                  <a:pt x="6416" y="4487"/>
                </a:cubicBezTo>
                <a:cubicBezTo>
                  <a:pt x="6784" y="4806"/>
                  <a:pt x="6774" y="5115"/>
                  <a:pt x="6891" y="5564"/>
                </a:cubicBezTo>
                <a:cubicBezTo>
                  <a:pt x="7012" y="6029"/>
                  <a:pt x="7200" y="6471"/>
                  <a:pt x="7415" y="6898"/>
                </a:cubicBezTo>
                <a:cubicBezTo>
                  <a:pt x="7841" y="7757"/>
                  <a:pt x="8323" y="8589"/>
                  <a:pt x="8801" y="9419"/>
                </a:cubicBezTo>
                <a:cubicBezTo>
                  <a:pt x="9270" y="10233"/>
                  <a:pt x="9699" y="11088"/>
                  <a:pt x="10304" y="11807"/>
                </a:cubicBezTo>
                <a:cubicBezTo>
                  <a:pt x="10301" y="10685"/>
                  <a:pt x="9855" y="9559"/>
                  <a:pt x="9377" y="8547"/>
                </a:cubicBezTo>
                <a:cubicBezTo>
                  <a:pt x="8847" y="7425"/>
                  <a:pt x="7926" y="6504"/>
                  <a:pt x="7480" y="5352"/>
                </a:cubicBezTo>
                <a:lnTo>
                  <a:pt x="7480" y="5352"/>
                </a:lnTo>
                <a:cubicBezTo>
                  <a:pt x="8173" y="5987"/>
                  <a:pt x="8856" y="6624"/>
                  <a:pt x="9514" y="7298"/>
                </a:cubicBezTo>
                <a:cubicBezTo>
                  <a:pt x="9800" y="7594"/>
                  <a:pt x="10168" y="7874"/>
                  <a:pt x="10385" y="8225"/>
                </a:cubicBezTo>
                <a:cubicBezTo>
                  <a:pt x="10473" y="8362"/>
                  <a:pt x="10480" y="8547"/>
                  <a:pt x="10564" y="8677"/>
                </a:cubicBezTo>
                <a:cubicBezTo>
                  <a:pt x="10678" y="8860"/>
                  <a:pt x="10870" y="8990"/>
                  <a:pt x="10984" y="9191"/>
                </a:cubicBezTo>
                <a:cubicBezTo>
                  <a:pt x="11352" y="9836"/>
                  <a:pt x="11680" y="10506"/>
                  <a:pt x="11889" y="11218"/>
                </a:cubicBezTo>
                <a:cubicBezTo>
                  <a:pt x="12126" y="12028"/>
                  <a:pt x="12142" y="12858"/>
                  <a:pt x="12194" y="13694"/>
                </a:cubicBezTo>
                <a:cubicBezTo>
                  <a:pt x="11609" y="13125"/>
                  <a:pt x="11378" y="12022"/>
                  <a:pt x="11163" y="11261"/>
                </a:cubicBezTo>
                <a:cubicBezTo>
                  <a:pt x="10926" y="10411"/>
                  <a:pt x="10867" y="9491"/>
                  <a:pt x="10558" y="8668"/>
                </a:cubicBezTo>
                <a:lnTo>
                  <a:pt x="10558" y="8668"/>
                </a:lnTo>
                <a:cubicBezTo>
                  <a:pt x="10490" y="9650"/>
                  <a:pt x="10747" y="10688"/>
                  <a:pt x="11026" y="11632"/>
                </a:cubicBezTo>
                <a:cubicBezTo>
                  <a:pt x="11163" y="12094"/>
                  <a:pt x="11329" y="12546"/>
                  <a:pt x="11521" y="12988"/>
                </a:cubicBezTo>
                <a:cubicBezTo>
                  <a:pt x="11732" y="13480"/>
                  <a:pt x="11866" y="13974"/>
                  <a:pt x="12279" y="14319"/>
                </a:cubicBezTo>
                <a:cubicBezTo>
                  <a:pt x="12582" y="13678"/>
                  <a:pt x="12383" y="12627"/>
                  <a:pt x="12282" y="11924"/>
                </a:cubicBezTo>
                <a:cubicBezTo>
                  <a:pt x="12165" y="11108"/>
                  <a:pt x="11889" y="10324"/>
                  <a:pt x="11576" y="9566"/>
                </a:cubicBezTo>
                <a:lnTo>
                  <a:pt x="11576" y="9566"/>
                </a:lnTo>
                <a:cubicBezTo>
                  <a:pt x="12090" y="10288"/>
                  <a:pt x="12621" y="10997"/>
                  <a:pt x="13118" y="11729"/>
                </a:cubicBezTo>
                <a:cubicBezTo>
                  <a:pt x="13297" y="11993"/>
                  <a:pt x="13362" y="12139"/>
                  <a:pt x="13252" y="12445"/>
                </a:cubicBezTo>
                <a:cubicBezTo>
                  <a:pt x="13131" y="12770"/>
                  <a:pt x="13005" y="13070"/>
                  <a:pt x="12949" y="13414"/>
                </a:cubicBezTo>
                <a:cubicBezTo>
                  <a:pt x="12861" y="14000"/>
                  <a:pt x="12930" y="14592"/>
                  <a:pt x="13083" y="15158"/>
                </a:cubicBezTo>
                <a:cubicBezTo>
                  <a:pt x="13239" y="15728"/>
                  <a:pt x="13428" y="16417"/>
                  <a:pt x="13870" y="16818"/>
                </a:cubicBezTo>
                <a:cubicBezTo>
                  <a:pt x="13984" y="16222"/>
                  <a:pt x="13867" y="15627"/>
                  <a:pt x="13877" y="15028"/>
                </a:cubicBezTo>
                <a:cubicBezTo>
                  <a:pt x="13886" y="14404"/>
                  <a:pt x="13890" y="13759"/>
                  <a:pt x="13994" y="13144"/>
                </a:cubicBezTo>
                <a:cubicBezTo>
                  <a:pt x="14293" y="13662"/>
                  <a:pt x="14644" y="14114"/>
                  <a:pt x="14680" y="14722"/>
                </a:cubicBezTo>
                <a:cubicBezTo>
                  <a:pt x="14709" y="15272"/>
                  <a:pt x="14862" y="15806"/>
                  <a:pt x="15061" y="16317"/>
                </a:cubicBezTo>
                <a:cubicBezTo>
                  <a:pt x="15263" y="16847"/>
                  <a:pt x="15513" y="17358"/>
                  <a:pt x="15760" y="17865"/>
                </a:cubicBezTo>
                <a:cubicBezTo>
                  <a:pt x="16030" y="18415"/>
                  <a:pt x="16268" y="19004"/>
                  <a:pt x="16665" y="19472"/>
                </a:cubicBezTo>
                <a:cubicBezTo>
                  <a:pt x="16860" y="18864"/>
                  <a:pt x="16632" y="18047"/>
                  <a:pt x="16541" y="17420"/>
                </a:cubicBezTo>
                <a:cubicBezTo>
                  <a:pt x="16440" y="16707"/>
                  <a:pt x="16291" y="16053"/>
                  <a:pt x="15864" y="15458"/>
                </a:cubicBezTo>
                <a:cubicBezTo>
                  <a:pt x="15441" y="14869"/>
                  <a:pt x="14905" y="14420"/>
                  <a:pt x="14550" y="13769"/>
                </a:cubicBezTo>
                <a:cubicBezTo>
                  <a:pt x="14186" y="13096"/>
                  <a:pt x="13837" y="12412"/>
                  <a:pt x="13476" y="11736"/>
                </a:cubicBezTo>
                <a:lnTo>
                  <a:pt x="13476" y="11736"/>
                </a:lnTo>
                <a:cubicBezTo>
                  <a:pt x="14124" y="11986"/>
                  <a:pt x="14719" y="12380"/>
                  <a:pt x="15321" y="12721"/>
                </a:cubicBezTo>
                <a:cubicBezTo>
                  <a:pt x="15995" y="13102"/>
                  <a:pt x="16665" y="13483"/>
                  <a:pt x="17338" y="13863"/>
                </a:cubicBezTo>
                <a:cubicBezTo>
                  <a:pt x="17487" y="13947"/>
                  <a:pt x="17990" y="14216"/>
                  <a:pt x="18206" y="14216"/>
                </a:cubicBezTo>
                <a:cubicBezTo>
                  <a:pt x="18327" y="14216"/>
                  <a:pt x="18358" y="14132"/>
                  <a:pt x="18187" y="13886"/>
                </a:cubicBezTo>
                <a:cubicBezTo>
                  <a:pt x="17771" y="13288"/>
                  <a:pt x="17250" y="12725"/>
                  <a:pt x="16701" y="12243"/>
                </a:cubicBezTo>
                <a:cubicBezTo>
                  <a:pt x="16164" y="11771"/>
                  <a:pt x="15562" y="11384"/>
                  <a:pt x="14901" y="11114"/>
                </a:cubicBezTo>
                <a:cubicBezTo>
                  <a:pt x="14267" y="10860"/>
                  <a:pt x="13603" y="10786"/>
                  <a:pt x="12959" y="10581"/>
                </a:cubicBezTo>
                <a:cubicBezTo>
                  <a:pt x="12341" y="10382"/>
                  <a:pt x="11970" y="9728"/>
                  <a:pt x="11576" y="9247"/>
                </a:cubicBezTo>
                <a:cubicBezTo>
                  <a:pt x="11088" y="8645"/>
                  <a:pt x="10600" y="8046"/>
                  <a:pt x="10109" y="7444"/>
                </a:cubicBezTo>
                <a:lnTo>
                  <a:pt x="10109" y="7444"/>
                </a:lnTo>
                <a:cubicBezTo>
                  <a:pt x="11365" y="8199"/>
                  <a:pt x="12764" y="8651"/>
                  <a:pt x="14153" y="9094"/>
                </a:cubicBezTo>
                <a:cubicBezTo>
                  <a:pt x="14501" y="9204"/>
                  <a:pt x="14849" y="9315"/>
                  <a:pt x="15197" y="9432"/>
                </a:cubicBezTo>
                <a:cubicBezTo>
                  <a:pt x="15386" y="9496"/>
                  <a:pt x="15770" y="9720"/>
                  <a:pt x="15997" y="9720"/>
                </a:cubicBezTo>
                <a:cubicBezTo>
                  <a:pt x="16025" y="9720"/>
                  <a:pt x="16050" y="9716"/>
                  <a:pt x="16073" y="9709"/>
                </a:cubicBezTo>
                <a:cubicBezTo>
                  <a:pt x="16424" y="9595"/>
                  <a:pt x="15903" y="9227"/>
                  <a:pt x="15796" y="9146"/>
                </a:cubicBezTo>
                <a:cubicBezTo>
                  <a:pt x="15481" y="8912"/>
                  <a:pt x="15162" y="8690"/>
                  <a:pt x="14827" y="8489"/>
                </a:cubicBezTo>
                <a:cubicBezTo>
                  <a:pt x="13509" y="7685"/>
                  <a:pt x="12064" y="7184"/>
                  <a:pt x="10594" y="6748"/>
                </a:cubicBezTo>
                <a:cubicBezTo>
                  <a:pt x="9884" y="6537"/>
                  <a:pt x="9091" y="6406"/>
                  <a:pt x="8489" y="5948"/>
                </a:cubicBezTo>
                <a:cubicBezTo>
                  <a:pt x="7945" y="5534"/>
                  <a:pt x="7444" y="5024"/>
                  <a:pt x="6930" y="4571"/>
                </a:cubicBezTo>
                <a:lnTo>
                  <a:pt x="6930" y="4571"/>
                </a:lnTo>
                <a:cubicBezTo>
                  <a:pt x="8388" y="5037"/>
                  <a:pt x="9852" y="5482"/>
                  <a:pt x="11296" y="5987"/>
                </a:cubicBezTo>
                <a:cubicBezTo>
                  <a:pt x="11667" y="6117"/>
                  <a:pt x="12042" y="6250"/>
                  <a:pt x="12412" y="6384"/>
                </a:cubicBezTo>
                <a:cubicBezTo>
                  <a:pt x="12689" y="6481"/>
                  <a:pt x="13001" y="6660"/>
                  <a:pt x="13288" y="6696"/>
                </a:cubicBezTo>
                <a:cubicBezTo>
                  <a:pt x="13329" y="6701"/>
                  <a:pt x="13369" y="6704"/>
                  <a:pt x="13406" y="6704"/>
                </a:cubicBezTo>
                <a:cubicBezTo>
                  <a:pt x="13659" y="6704"/>
                  <a:pt x="13771" y="6577"/>
                  <a:pt x="13515" y="6338"/>
                </a:cubicBezTo>
                <a:cubicBezTo>
                  <a:pt x="13245" y="6084"/>
                  <a:pt x="12839" y="5899"/>
                  <a:pt x="12520" y="5707"/>
                </a:cubicBezTo>
                <a:cubicBezTo>
                  <a:pt x="11303" y="4959"/>
                  <a:pt x="10154" y="4256"/>
                  <a:pt x="8707" y="4087"/>
                </a:cubicBezTo>
                <a:cubicBezTo>
                  <a:pt x="8445" y="4056"/>
                  <a:pt x="8184" y="4050"/>
                  <a:pt x="7922" y="4050"/>
                </a:cubicBezTo>
                <a:cubicBezTo>
                  <a:pt x="7709" y="4050"/>
                  <a:pt x="7496" y="4054"/>
                  <a:pt x="7284" y="4054"/>
                </a:cubicBezTo>
                <a:cubicBezTo>
                  <a:pt x="7083" y="4054"/>
                  <a:pt x="6883" y="4050"/>
                  <a:pt x="6683" y="4035"/>
                </a:cubicBezTo>
                <a:cubicBezTo>
                  <a:pt x="5970" y="3979"/>
                  <a:pt x="5447" y="3439"/>
                  <a:pt x="4907" y="3023"/>
                </a:cubicBezTo>
                <a:lnTo>
                  <a:pt x="4907" y="3023"/>
                </a:lnTo>
                <a:cubicBezTo>
                  <a:pt x="6410" y="3156"/>
                  <a:pt x="7913" y="3293"/>
                  <a:pt x="9416" y="3410"/>
                </a:cubicBezTo>
                <a:cubicBezTo>
                  <a:pt x="10141" y="3466"/>
                  <a:pt x="10927" y="3590"/>
                  <a:pt x="11691" y="3590"/>
                </a:cubicBezTo>
                <a:cubicBezTo>
                  <a:pt x="12305" y="3590"/>
                  <a:pt x="12905" y="3510"/>
                  <a:pt x="13450" y="3250"/>
                </a:cubicBezTo>
                <a:cubicBezTo>
                  <a:pt x="12591" y="2847"/>
                  <a:pt x="11466" y="2880"/>
                  <a:pt x="10525" y="2769"/>
                </a:cubicBezTo>
                <a:cubicBezTo>
                  <a:pt x="9445" y="2642"/>
                  <a:pt x="8362" y="2502"/>
                  <a:pt x="7275" y="2444"/>
                </a:cubicBezTo>
                <a:cubicBezTo>
                  <a:pt x="7038" y="2431"/>
                  <a:pt x="6798" y="2427"/>
                  <a:pt x="6557" y="2427"/>
                </a:cubicBezTo>
                <a:cubicBezTo>
                  <a:pt x="6284" y="2427"/>
                  <a:pt x="6010" y="2432"/>
                  <a:pt x="5737" y="2432"/>
                </a:cubicBezTo>
                <a:cubicBezTo>
                  <a:pt x="5287" y="2432"/>
                  <a:pt x="4838" y="2420"/>
                  <a:pt x="4399" y="2356"/>
                </a:cubicBezTo>
                <a:cubicBezTo>
                  <a:pt x="3482" y="2226"/>
                  <a:pt x="2730" y="1614"/>
                  <a:pt x="1956" y="1145"/>
                </a:cubicBezTo>
                <a:lnTo>
                  <a:pt x="1956" y="1145"/>
                </a:lnTo>
                <a:cubicBezTo>
                  <a:pt x="2406" y="1171"/>
                  <a:pt x="2858" y="1184"/>
                  <a:pt x="3309" y="1184"/>
                </a:cubicBezTo>
                <a:cubicBezTo>
                  <a:pt x="4519" y="1184"/>
                  <a:pt x="5728" y="1094"/>
                  <a:pt x="6927" y="931"/>
                </a:cubicBezTo>
                <a:cubicBezTo>
                  <a:pt x="7714" y="823"/>
                  <a:pt x="8498" y="683"/>
                  <a:pt x="9276" y="518"/>
                </a:cubicBezTo>
                <a:cubicBezTo>
                  <a:pt x="9468" y="475"/>
                  <a:pt x="10350" y="339"/>
                  <a:pt x="9774" y="95"/>
                </a:cubicBezTo>
                <a:cubicBezTo>
                  <a:pt x="9614" y="27"/>
                  <a:pt x="9406" y="13"/>
                  <a:pt x="9198" y="13"/>
                </a:cubicBezTo>
                <a:cubicBezTo>
                  <a:pt x="9046" y="13"/>
                  <a:pt x="8893" y="21"/>
                  <a:pt x="8760" y="21"/>
                </a:cubicBezTo>
                <a:cubicBezTo>
                  <a:pt x="8732" y="21"/>
                  <a:pt x="8706" y="21"/>
                  <a:pt x="8681" y="20"/>
                </a:cubicBezTo>
                <a:cubicBezTo>
                  <a:pt x="8327" y="8"/>
                  <a:pt x="7974" y="1"/>
                  <a:pt x="7620" y="1"/>
                </a:cubicBezTo>
                <a:close/>
              </a:path>
            </a:pathLst>
          </a:custGeom>
          <a:solidFill>
            <a:schemeClr val="dk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 name="Google Shape;1561;p116">
            <a:extLst>
              <a:ext uri="{FF2B5EF4-FFF2-40B4-BE49-F238E27FC236}">
                <a16:creationId xmlns:a16="http://schemas.microsoft.com/office/drawing/2014/main" id="{CBEB7D6F-C67D-8324-6D53-EE27307FAF24}"/>
              </a:ext>
            </a:extLst>
          </p:cNvPr>
          <p:cNvSpPr txBox="1">
            <a:spLocks/>
          </p:cNvSpPr>
          <p:nvPr/>
        </p:nvSpPr>
        <p:spPr>
          <a:xfrm>
            <a:off x="5107732" y="1584198"/>
            <a:ext cx="3576301" cy="2392471"/>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Kulim Park"/>
              <a:buNone/>
              <a:defRPr sz="5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9pPr>
          </a:lstStyle>
          <a:p>
            <a:r>
              <a:rPr lang="en-US" sz="2000" b="1">
                <a:solidFill>
                  <a:srgbClr val="000000"/>
                </a:solidFill>
                <a:latin typeface="Calibri"/>
              </a:rPr>
              <a:t>Independent Variables</a:t>
            </a:r>
            <a:endParaRPr lang="en-US" sz="2000">
              <a:latin typeface="Calibri"/>
            </a:endParaRPr>
          </a:p>
          <a:p>
            <a:pPr marL="285750" indent="-285750">
              <a:buFont typeface="Arial"/>
              <a:buChar char="•"/>
            </a:pPr>
            <a:r>
              <a:rPr lang="en-US" sz="2000" b="1">
                <a:solidFill>
                  <a:srgbClr val="000000"/>
                </a:solidFill>
                <a:latin typeface="Calibri"/>
              </a:rPr>
              <a:t>Age</a:t>
            </a:r>
            <a:r>
              <a:rPr lang="en-US" sz="2000">
                <a:solidFill>
                  <a:srgbClr val="000000"/>
                </a:solidFill>
                <a:latin typeface="Calibri"/>
              </a:rPr>
              <a:t> (5 groups)</a:t>
            </a:r>
            <a:endParaRPr lang="en-US" sz="2000">
              <a:latin typeface="Calibri"/>
            </a:endParaRPr>
          </a:p>
          <a:p>
            <a:pPr marL="285750" indent="-285750">
              <a:buFont typeface="Arial"/>
              <a:buChar char="•"/>
            </a:pPr>
            <a:r>
              <a:rPr lang="en-US" sz="2000" b="1">
                <a:solidFill>
                  <a:srgbClr val="000000"/>
                </a:solidFill>
                <a:latin typeface="Calibri"/>
              </a:rPr>
              <a:t>Gender</a:t>
            </a:r>
            <a:r>
              <a:rPr lang="en-US" sz="2000">
                <a:solidFill>
                  <a:srgbClr val="000000"/>
                </a:solidFill>
                <a:latin typeface="Calibri"/>
              </a:rPr>
              <a:t> (3 categories)</a:t>
            </a:r>
            <a:endParaRPr lang="en-US" sz="2000">
              <a:latin typeface="Calibri"/>
            </a:endParaRPr>
          </a:p>
          <a:p>
            <a:pPr marL="285750" indent="-285750">
              <a:buFont typeface="Arial"/>
              <a:buChar char="•"/>
            </a:pPr>
            <a:r>
              <a:rPr lang="en-US" sz="2000" b="1">
                <a:solidFill>
                  <a:srgbClr val="000000"/>
                </a:solidFill>
                <a:latin typeface="Calibri"/>
              </a:rPr>
              <a:t>Income</a:t>
            </a:r>
            <a:r>
              <a:rPr lang="en-US" sz="2000">
                <a:solidFill>
                  <a:srgbClr val="000000"/>
                </a:solidFill>
                <a:latin typeface="Calibri"/>
              </a:rPr>
              <a:t> (7 brackets)</a:t>
            </a:r>
            <a:endParaRPr lang="en-US" sz="2000">
              <a:latin typeface="Calibri"/>
            </a:endParaRPr>
          </a:p>
          <a:p>
            <a:pPr marL="285750" indent="-285750">
              <a:buFont typeface="Arial"/>
              <a:buChar char="•"/>
            </a:pPr>
            <a:r>
              <a:rPr lang="en-US" sz="2000" b="1">
                <a:solidFill>
                  <a:srgbClr val="000000"/>
                </a:solidFill>
                <a:latin typeface="Calibri"/>
              </a:rPr>
              <a:t>Education</a:t>
            </a:r>
            <a:r>
              <a:rPr lang="en-US" sz="2000">
                <a:solidFill>
                  <a:srgbClr val="000000"/>
                </a:solidFill>
                <a:latin typeface="Calibri"/>
              </a:rPr>
              <a:t> (7 levels)</a:t>
            </a:r>
            <a:endParaRPr lang="en-US" sz="2000">
              <a:latin typeface="Calibri"/>
            </a:endParaRPr>
          </a:p>
          <a:p>
            <a:endParaRPr lang="en-US" sz="2000" b="1">
              <a:solidFill>
                <a:srgbClr val="000000"/>
              </a:solidFill>
              <a:latin typeface="Calibri"/>
            </a:endParaRPr>
          </a:p>
        </p:txBody>
      </p:sp>
    </p:spTree>
    <p:extLst>
      <p:ext uri="{BB962C8B-B14F-4D97-AF65-F5344CB8AC3E}">
        <p14:creationId xmlns:p14="http://schemas.microsoft.com/office/powerpoint/2010/main" val="551893036"/>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2">
          <a:extLst>
            <a:ext uri="{FF2B5EF4-FFF2-40B4-BE49-F238E27FC236}">
              <a16:creationId xmlns:a16="http://schemas.microsoft.com/office/drawing/2014/main" id="{2754A397-28B5-D69B-8195-5877774E71DB}"/>
            </a:ext>
          </a:extLst>
        </p:cNvPr>
        <p:cNvGrpSpPr/>
        <p:nvPr/>
      </p:nvGrpSpPr>
      <p:grpSpPr>
        <a:xfrm>
          <a:off x="0" y="0"/>
          <a:ext cx="0" cy="0"/>
          <a:chOff x="0" y="0"/>
          <a:chExt cx="0" cy="0"/>
        </a:xfrm>
      </p:grpSpPr>
      <p:sp>
        <p:nvSpPr>
          <p:cNvPr id="9" name="Google Shape;1561;p116">
            <a:extLst>
              <a:ext uri="{FF2B5EF4-FFF2-40B4-BE49-F238E27FC236}">
                <a16:creationId xmlns:a16="http://schemas.microsoft.com/office/drawing/2014/main" id="{28F32649-1E1C-3F66-7B83-719953C19E8F}"/>
              </a:ext>
            </a:extLst>
          </p:cNvPr>
          <p:cNvSpPr txBox="1">
            <a:spLocks/>
          </p:cNvSpPr>
          <p:nvPr/>
        </p:nvSpPr>
        <p:spPr>
          <a:xfrm>
            <a:off x="1955549" y="1236783"/>
            <a:ext cx="7558991" cy="3376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Kulim Park"/>
              <a:buNone/>
              <a:defRPr sz="5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9pPr>
          </a:lstStyle>
          <a:p>
            <a:pPr marL="285750" indent="-285750" algn="just">
              <a:buFont typeface="Arial"/>
              <a:buChar char="•"/>
            </a:pPr>
            <a:r>
              <a:rPr lang="en-US" sz="2000" b="1" dirty="0">
                <a:solidFill>
                  <a:srgbClr val="000000"/>
                </a:solidFill>
                <a:latin typeface="Calibri"/>
              </a:rPr>
              <a:t>Missing values coded 96–99 removed</a:t>
            </a:r>
            <a:endParaRPr lang="en-US" sz="2000" b="1" dirty="0">
              <a:latin typeface="Calibri"/>
            </a:endParaRPr>
          </a:p>
          <a:p>
            <a:pPr algn="just"/>
            <a:r>
              <a:rPr lang="en-US" sz="2000" dirty="0">
                <a:solidFill>
                  <a:srgbClr val="000000"/>
                </a:solidFill>
                <a:latin typeface="Calibri"/>
              </a:rPr>
              <a:t>Two filtering strategies:</a:t>
            </a:r>
            <a:endParaRPr lang="en-US" sz="2000" dirty="0">
              <a:latin typeface="Calibri"/>
            </a:endParaRPr>
          </a:p>
          <a:p>
            <a:pPr marL="285750" lvl="1" indent="-285750" algn="just">
              <a:buFont typeface="Arial"/>
              <a:buChar char="•"/>
            </a:pPr>
            <a:r>
              <a:rPr lang="en-US" sz="2000" b="1" dirty="0">
                <a:solidFill>
                  <a:srgbClr val="000000"/>
                </a:solidFill>
                <a:latin typeface="Calibri"/>
              </a:rPr>
              <a:t>Strict:</a:t>
            </a:r>
            <a:r>
              <a:rPr lang="en-US" sz="2000" dirty="0">
                <a:solidFill>
                  <a:srgbClr val="000000"/>
                </a:solidFill>
                <a:latin typeface="Calibri"/>
              </a:rPr>
              <a:t> Must answer all 8 variables</a:t>
            </a:r>
            <a:endParaRPr lang="en-US" sz="2000" dirty="0">
              <a:latin typeface="Calibri"/>
            </a:endParaRPr>
          </a:p>
          <a:p>
            <a:pPr marL="285750" lvl="1" indent="-285750" algn="just">
              <a:buFont typeface="Arial"/>
              <a:buChar char="•"/>
            </a:pPr>
            <a:r>
              <a:rPr lang="en-US" sz="2000" b="1" dirty="0">
                <a:solidFill>
                  <a:srgbClr val="000000"/>
                </a:solidFill>
                <a:latin typeface="Calibri"/>
              </a:rPr>
              <a:t>Standard:</a:t>
            </a:r>
            <a:r>
              <a:rPr lang="en-US" sz="2000" dirty="0">
                <a:solidFill>
                  <a:srgbClr val="000000"/>
                </a:solidFill>
                <a:latin typeface="Calibri"/>
              </a:rPr>
              <a:t> Only independent variables must be valid</a:t>
            </a:r>
          </a:p>
          <a:p>
            <a:pPr lvl="1" algn="just"/>
            <a:endParaRPr lang="en-US" sz="2000" dirty="0">
              <a:latin typeface="Calibri"/>
            </a:endParaRPr>
          </a:p>
          <a:p>
            <a:pPr algn="just"/>
            <a:r>
              <a:rPr lang="en-US" sz="2000" dirty="0">
                <a:solidFill>
                  <a:srgbClr val="000000"/>
                </a:solidFill>
                <a:latin typeface="Calibri"/>
              </a:rPr>
              <a:t>Resulting samples:</a:t>
            </a:r>
            <a:endParaRPr lang="en-US" sz="2000" dirty="0">
              <a:latin typeface="Calibri"/>
            </a:endParaRPr>
          </a:p>
          <a:p>
            <a:pPr marL="285750" lvl="1" indent="-285750" algn="just">
              <a:buFont typeface="Arial"/>
              <a:buChar char="•"/>
            </a:pPr>
            <a:r>
              <a:rPr lang="en-US" sz="2000" b="1" dirty="0">
                <a:solidFill>
                  <a:srgbClr val="000000"/>
                </a:solidFill>
                <a:latin typeface="Calibri"/>
              </a:rPr>
              <a:t>n = 9,198</a:t>
            </a:r>
            <a:r>
              <a:rPr lang="en-US" sz="2000" dirty="0">
                <a:solidFill>
                  <a:srgbClr val="000000"/>
                </a:solidFill>
                <a:latin typeface="Calibri"/>
              </a:rPr>
              <a:t> (strict → Table 1)</a:t>
            </a:r>
            <a:endParaRPr lang="en-US" sz="2000" dirty="0">
              <a:latin typeface="Calibri"/>
            </a:endParaRPr>
          </a:p>
          <a:p>
            <a:pPr marL="285750" lvl="1" indent="-285750" algn="just">
              <a:buFont typeface="Arial"/>
              <a:buChar char="•"/>
            </a:pPr>
            <a:r>
              <a:rPr lang="en-US" sz="2000" b="1" dirty="0">
                <a:solidFill>
                  <a:srgbClr val="000000"/>
                </a:solidFill>
                <a:latin typeface="Calibri"/>
              </a:rPr>
              <a:t>n = 10,553</a:t>
            </a:r>
            <a:r>
              <a:rPr lang="en-US" sz="2000" dirty="0">
                <a:solidFill>
                  <a:srgbClr val="000000"/>
                </a:solidFill>
                <a:latin typeface="Calibri"/>
              </a:rPr>
              <a:t> (standard → models &amp; figures)</a:t>
            </a:r>
            <a:endParaRPr lang="en-US" sz="2000" dirty="0">
              <a:latin typeface="Calibri"/>
            </a:endParaRPr>
          </a:p>
        </p:txBody>
      </p:sp>
      <p:sp>
        <p:nvSpPr>
          <p:cNvPr id="3" name="Google Shape;698;p70">
            <a:extLst>
              <a:ext uri="{FF2B5EF4-FFF2-40B4-BE49-F238E27FC236}">
                <a16:creationId xmlns:a16="http://schemas.microsoft.com/office/drawing/2014/main" id="{9B9C8BCD-AD46-5E16-1D8E-701FDAEE786A}"/>
              </a:ext>
            </a:extLst>
          </p:cNvPr>
          <p:cNvSpPr txBox="1">
            <a:spLocks noGrp="1"/>
          </p:cNvSpPr>
          <p:nvPr>
            <p:ph type="title"/>
          </p:nvPr>
        </p:nvSpPr>
        <p:spPr>
          <a:xfrm>
            <a:off x="562533" y="270352"/>
            <a:ext cx="8360337" cy="966431"/>
          </a:xfrm>
          <a:prstGeom prst="rect">
            <a:avLst/>
          </a:prstGeom>
        </p:spPr>
        <p:txBody>
          <a:bodyPr spcFirstLastPara="1" wrap="square" lIns="91425" tIns="91425" rIns="91425" bIns="91425" anchor="ctr" anchorCtr="0">
            <a:noAutofit/>
          </a:bodyPr>
          <a:lstStyle/>
          <a:p>
            <a:r>
              <a:rPr lang="en-US" sz="4400" b="1" dirty="0">
                <a:solidFill>
                  <a:schemeClr val="bg1"/>
                </a:solidFill>
                <a:latin typeface="Calibri"/>
                <a:ea typeface="Calibri"/>
                <a:cs typeface="Calibri"/>
              </a:rPr>
              <a:t>Data Cleaning Pipeline</a:t>
            </a:r>
            <a:endParaRPr lang="en-CA" sz="4400" dirty="0">
              <a:solidFill>
                <a:schemeClr val="bg1"/>
              </a:solidFill>
              <a:latin typeface="Calibri"/>
              <a:ea typeface="Calibri"/>
              <a:cs typeface="Calibri"/>
            </a:endParaRPr>
          </a:p>
        </p:txBody>
      </p:sp>
    </p:spTree>
    <p:extLst>
      <p:ext uri="{BB962C8B-B14F-4D97-AF65-F5344CB8AC3E}">
        <p14:creationId xmlns:p14="http://schemas.microsoft.com/office/powerpoint/2010/main" val="858727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2">
          <a:extLst>
            <a:ext uri="{FF2B5EF4-FFF2-40B4-BE49-F238E27FC236}">
              <a16:creationId xmlns:a16="http://schemas.microsoft.com/office/drawing/2014/main" id="{F8935D25-FD39-BF32-9C31-58CE8B334216}"/>
            </a:ext>
          </a:extLst>
        </p:cNvPr>
        <p:cNvGrpSpPr/>
        <p:nvPr/>
      </p:nvGrpSpPr>
      <p:grpSpPr>
        <a:xfrm>
          <a:off x="0" y="0"/>
          <a:ext cx="0" cy="0"/>
          <a:chOff x="0" y="0"/>
          <a:chExt cx="0" cy="0"/>
        </a:xfrm>
      </p:grpSpPr>
      <p:sp>
        <p:nvSpPr>
          <p:cNvPr id="4" name="Google Shape;698;p70">
            <a:extLst>
              <a:ext uri="{FF2B5EF4-FFF2-40B4-BE49-F238E27FC236}">
                <a16:creationId xmlns:a16="http://schemas.microsoft.com/office/drawing/2014/main" id="{0DF50F32-0CA4-AB6C-698A-F69DBCD5F34F}"/>
              </a:ext>
            </a:extLst>
          </p:cNvPr>
          <p:cNvSpPr txBox="1">
            <a:spLocks/>
          </p:cNvSpPr>
          <p:nvPr/>
        </p:nvSpPr>
        <p:spPr>
          <a:xfrm>
            <a:off x="1243106" y="234485"/>
            <a:ext cx="7195875" cy="64711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9600"/>
              <a:buFont typeface="Kulim Park"/>
              <a:buNone/>
              <a:defRPr sz="11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9pPr>
          </a:lstStyle>
          <a:p>
            <a:r>
              <a:rPr lang="en-US" sz="4000" b="1" dirty="0">
                <a:solidFill>
                  <a:schemeClr val="bg1"/>
                </a:solidFill>
                <a:latin typeface="Calibri"/>
                <a:ea typeface="Calibri"/>
                <a:cs typeface="Calibri"/>
              </a:rPr>
              <a:t>Replication of Table 1</a:t>
            </a:r>
            <a:endParaRPr lang="en-US" sz="4000" dirty="0">
              <a:solidFill>
                <a:schemeClr val="bg1"/>
              </a:solidFill>
              <a:ea typeface="Calibri"/>
              <a:cs typeface="Calibri"/>
            </a:endParaRPr>
          </a:p>
        </p:txBody>
      </p:sp>
      <p:sp>
        <p:nvSpPr>
          <p:cNvPr id="6" name="Google Shape;1561;p116">
            <a:extLst>
              <a:ext uri="{FF2B5EF4-FFF2-40B4-BE49-F238E27FC236}">
                <a16:creationId xmlns:a16="http://schemas.microsoft.com/office/drawing/2014/main" id="{97AAFBA3-D91C-75F6-E224-4648F34622C0}"/>
              </a:ext>
            </a:extLst>
          </p:cNvPr>
          <p:cNvSpPr txBox="1">
            <a:spLocks/>
          </p:cNvSpPr>
          <p:nvPr/>
        </p:nvSpPr>
        <p:spPr>
          <a:xfrm>
            <a:off x="1051860" y="4060763"/>
            <a:ext cx="7444966" cy="133791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Kulim Park"/>
              <a:buNone/>
              <a:defRPr sz="5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9pPr>
          </a:lstStyle>
          <a:p>
            <a:pPr marL="285750" indent="-285750" algn="just">
              <a:buFont typeface="Arial"/>
              <a:buChar char="•"/>
            </a:pPr>
            <a:r>
              <a:rPr lang="en-US" sz="1800" dirty="0">
                <a:solidFill>
                  <a:srgbClr val="000000"/>
                </a:solidFill>
                <a:latin typeface="Calibri"/>
              </a:rPr>
              <a:t>Only difference: </a:t>
            </a:r>
            <a:r>
              <a:rPr lang="en-US" sz="1800" b="1" dirty="0">
                <a:solidFill>
                  <a:srgbClr val="000000"/>
                </a:solidFill>
                <a:latin typeface="Calibri"/>
              </a:rPr>
              <a:t>Age category bins</a:t>
            </a:r>
            <a:r>
              <a:rPr lang="en-US" sz="1800" dirty="0">
                <a:solidFill>
                  <a:srgbClr val="000000"/>
                </a:solidFill>
                <a:latin typeface="Calibri"/>
              </a:rPr>
              <a:t> due to dataset constraints</a:t>
            </a:r>
            <a:endParaRPr lang="en-US" sz="1800" dirty="0">
              <a:latin typeface="Calibri"/>
            </a:endParaRPr>
          </a:p>
          <a:p>
            <a:pPr marL="285750" indent="-285750" algn="just">
              <a:buFont typeface="Arial"/>
              <a:buChar char="•"/>
            </a:pPr>
            <a:r>
              <a:rPr lang="en-US" sz="1800" dirty="0">
                <a:solidFill>
                  <a:srgbClr val="000000"/>
                </a:solidFill>
                <a:latin typeface="Calibri"/>
              </a:rPr>
              <a:t>Achieved using </a:t>
            </a:r>
            <a:r>
              <a:rPr lang="en-US" sz="1800" b="1" dirty="0">
                <a:solidFill>
                  <a:srgbClr val="000000"/>
                </a:solidFill>
                <a:latin typeface="Calibri"/>
              </a:rPr>
              <a:t>strict filtering</a:t>
            </a:r>
            <a:endParaRPr lang="en-US" sz="1800" dirty="0">
              <a:latin typeface="Calibri"/>
            </a:endParaRPr>
          </a:p>
          <a:p>
            <a:pPr marL="285750" indent="-285750" algn="just">
              <a:buFont typeface="Arial"/>
              <a:buChar char="•"/>
            </a:pPr>
            <a:r>
              <a:rPr lang="en-US" sz="1800" dirty="0">
                <a:solidFill>
                  <a:srgbClr val="000000"/>
                </a:solidFill>
                <a:latin typeface="Calibri"/>
              </a:rPr>
              <a:t>Replication sample: </a:t>
            </a:r>
            <a:r>
              <a:rPr lang="en-US" sz="1800" b="1" dirty="0">
                <a:solidFill>
                  <a:srgbClr val="000000"/>
                </a:solidFill>
                <a:latin typeface="Calibri"/>
              </a:rPr>
              <a:t>9,198 respondents</a:t>
            </a:r>
            <a:endParaRPr lang="en-US" sz="1800" dirty="0">
              <a:latin typeface="Calibri"/>
            </a:endParaRPr>
          </a:p>
          <a:p>
            <a:pPr algn="just"/>
            <a:endParaRPr lang="en-US" sz="1800" b="1" i="0" u="none" strike="noStrike" cap="none" dirty="0">
              <a:solidFill>
                <a:srgbClr val="000000"/>
              </a:solidFill>
              <a:latin typeface="Calibri"/>
              <a:ea typeface="Kulim Park"/>
              <a:cs typeface="Kulim Park"/>
            </a:endParaRPr>
          </a:p>
        </p:txBody>
      </p:sp>
      <p:pic>
        <p:nvPicPr>
          <p:cNvPr id="8" name="图片 7" descr="表格&#10;&#10;AI 生成的内容可能不正确。">
            <a:extLst>
              <a:ext uri="{FF2B5EF4-FFF2-40B4-BE49-F238E27FC236}">
                <a16:creationId xmlns:a16="http://schemas.microsoft.com/office/drawing/2014/main" id="{8B9D11D5-ABD3-D1E2-EE8D-A110CD67C8E4}"/>
              </a:ext>
            </a:extLst>
          </p:cNvPr>
          <p:cNvPicPr>
            <a:picLocks noChangeAspect="1"/>
          </p:cNvPicPr>
          <p:nvPr/>
        </p:nvPicPr>
        <p:blipFill>
          <a:blip r:embed="rId3"/>
          <a:srcRect b="35455"/>
          <a:stretch>
            <a:fillRect/>
          </a:stretch>
        </p:blipFill>
        <p:spPr>
          <a:xfrm>
            <a:off x="79768" y="911654"/>
            <a:ext cx="4448708" cy="2964331"/>
          </a:xfrm>
          <a:prstGeom prst="rect">
            <a:avLst/>
          </a:prstGeom>
          <a:ln>
            <a:solidFill>
              <a:schemeClr val="bg1">
                <a:lumMod val="75000"/>
              </a:schemeClr>
            </a:solidFill>
          </a:ln>
        </p:spPr>
      </p:pic>
      <p:pic>
        <p:nvPicPr>
          <p:cNvPr id="11" name="图片 10" descr="表格&#10;&#10;AI 生成的内容可能不正确。">
            <a:extLst>
              <a:ext uri="{FF2B5EF4-FFF2-40B4-BE49-F238E27FC236}">
                <a16:creationId xmlns:a16="http://schemas.microsoft.com/office/drawing/2014/main" id="{0356FC33-64B9-0D43-81D7-A5F27154FB40}"/>
              </a:ext>
            </a:extLst>
          </p:cNvPr>
          <p:cNvPicPr>
            <a:picLocks noChangeAspect="1"/>
          </p:cNvPicPr>
          <p:nvPr/>
        </p:nvPicPr>
        <p:blipFill>
          <a:blip r:embed="rId4"/>
          <a:srcRect l="-120" b="37663"/>
          <a:stretch>
            <a:fillRect/>
          </a:stretch>
        </p:blipFill>
        <p:spPr>
          <a:xfrm>
            <a:off x="4699195" y="868031"/>
            <a:ext cx="4292219" cy="3206304"/>
          </a:xfrm>
          <a:prstGeom prst="rect">
            <a:avLst/>
          </a:prstGeom>
          <a:ln>
            <a:solidFill>
              <a:schemeClr val="bg1">
                <a:lumMod val="75000"/>
              </a:schemeClr>
            </a:solidFill>
          </a:ln>
        </p:spPr>
      </p:pic>
    </p:spTree>
    <p:extLst>
      <p:ext uri="{BB962C8B-B14F-4D97-AF65-F5344CB8AC3E}">
        <p14:creationId xmlns:p14="http://schemas.microsoft.com/office/powerpoint/2010/main" val="2110523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2">
          <a:extLst>
            <a:ext uri="{FF2B5EF4-FFF2-40B4-BE49-F238E27FC236}">
              <a16:creationId xmlns:a16="http://schemas.microsoft.com/office/drawing/2014/main" id="{D212F667-65E4-282F-0B5B-6534E60612D5}"/>
            </a:ext>
          </a:extLst>
        </p:cNvPr>
        <p:cNvGrpSpPr/>
        <p:nvPr/>
      </p:nvGrpSpPr>
      <p:grpSpPr>
        <a:xfrm>
          <a:off x="0" y="0"/>
          <a:ext cx="0" cy="0"/>
          <a:chOff x="0" y="0"/>
          <a:chExt cx="0" cy="0"/>
        </a:xfrm>
      </p:grpSpPr>
      <p:sp>
        <p:nvSpPr>
          <p:cNvPr id="9" name="Google Shape;1561;p116">
            <a:extLst>
              <a:ext uri="{FF2B5EF4-FFF2-40B4-BE49-F238E27FC236}">
                <a16:creationId xmlns:a16="http://schemas.microsoft.com/office/drawing/2014/main" id="{AF4869B6-8FBC-6D75-9A13-038C91D4909C}"/>
              </a:ext>
            </a:extLst>
          </p:cNvPr>
          <p:cNvSpPr txBox="1">
            <a:spLocks/>
          </p:cNvSpPr>
          <p:nvPr/>
        </p:nvSpPr>
        <p:spPr>
          <a:xfrm>
            <a:off x="1248600" y="963889"/>
            <a:ext cx="6646800" cy="1536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Kulim Park"/>
              <a:buNone/>
              <a:defRPr sz="5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9pPr>
          </a:lstStyle>
          <a:p>
            <a:pPr algn="just"/>
            <a:endParaRPr lang="en-US" sz="2000" b="1">
              <a:solidFill>
                <a:srgbClr val="000000"/>
              </a:solidFill>
              <a:latin typeface="Calibri"/>
            </a:endParaRPr>
          </a:p>
          <a:p>
            <a:pPr marL="285750" indent="-285750" algn="just">
              <a:buFont typeface="Arial"/>
              <a:buChar char="•"/>
            </a:pPr>
            <a:r>
              <a:rPr lang="en-US" sz="2000">
                <a:solidFill>
                  <a:srgbClr val="000000"/>
                </a:solidFill>
                <a:latin typeface="Calibri"/>
              </a:rPr>
              <a:t>Used </a:t>
            </a:r>
            <a:r>
              <a:rPr lang="en-US" sz="2000" b="1">
                <a:solidFill>
                  <a:srgbClr val="000000"/>
                </a:solidFill>
                <a:latin typeface="Calibri"/>
              </a:rPr>
              <a:t>ordinal logistic regression (proportional odds model)</a:t>
            </a:r>
            <a:endParaRPr lang="en-US" sz="2000">
              <a:latin typeface="Calibri"/>
            </a:endParaRPr>
          </a:p>
          <a:p>
            <a:pPr marL="285750" indent="-285750" algn="just">
              <a:buFont typeface="Arial"/>
              <a:buChar char="•"/>
            </a:pPr>
            <a:r>
              <a:rPr lang="en-US" sz="2000">
                <a:solidFill>
                  <a:srgbClr val="000000"/>
                </a:solidFill>
                <a:latin typeface="Calibri"/>
              </a:rPr>
              <a:t>Replicated models for Q40–Q43</a:t>
            </a:r>
            <a:endParaRPr lang="en-US" sz="2000">
              <a:latin typeface="Calibri"/>
            </a:endParaRPr>
          </a:p>
          <a:p>
            <a:pPr marL="285750" indent="-285750" algn="just">
              <a:buFont typeface="Arial"/>
              <a:buChar char="•"/>
            </a:pPr>
            <a:r>
              <a:rPr lang="en-US" sz="2000">
                <a:solidFill>
                  <a:srgbClr val="000000"/>
                </a:solidFill>
                <a:latin typeface="Calibri"/>
              </a:rPr>
              <a:t>Predictors: Age, Gender, Income, Education</a:t>
            </a:r>
            <a:endParaRPr lang="en-US" sz="2000">
              <a:latin typeface="Calibri"/>
            </a:endParaRPr>
          </a:p>
          <a:p>
            <a:pPr marL="285750" indent="-285750" algn="just">
              <a:buFont typeface="Arial"/>
              <a:buChar char="•"/>
            </a:pPr>
            <a:r>
              <a:rPr lang="en-US" sz="2000">
                <a:solidFill>
                  <a:srgbClr val="000000"/>
                </a:solidFill>
                <a:latin typeface="Calibri"/>
              </a:rPr>
              <a:t>Reference categories matched original authors</a:t>
            </a:r>
            <a:endParaRPr lang="en-US" sz="2000">
              <a:latin typeface="Calibri"/>
            </a:endParaRPr>
          </a:p>
        </p:txBody>
      </p:sp>
      <p:sp>
        <p:nvSpPr>
          <p:cNvPr id="3" name="Google Shape;698;p70">
            <a:extLst>
              <a:ext uri="{FF2B5EF4-FFF2-40B4-BE49-F238E27FC236}">
                <a16:creationId xmlns:a16="http://schemas.microsoft.com/office/drawing/2014/main" id="{0B9BD7EB-4054-E8D9-7005-85791E853D5A}"/>
              </a:ext>
            </a:extLst>
          </p:cNvPr>
          <p:cNvSpPr txBox="1">
            <a:spLocks noGrp="1"/>
          </p:cNvSpPr>
          <p:nvPr>
            <p:ph type="title"/>
          </p:nvPr>
        </p:nvSpPr>
        <p:spPr>
          <a:xfrm>
            <a:off x="-52858" y="93883"/>
            <a:ext cx="9249566" cy="1042494"/>
          </a:xfrm>
          <a:prstGeom prst="rect">
            <a:avLst/>
          </a:prstGeom>
        </p:spPr>
        <p:txBody>
          <a:bodyPr spcFirstLastPara="1" wrap="square" lIns="91425" tIns="91425" rIns="91425" bIns="91425" anchor="ctr" anchorCtr="0">
            <a:noAutofit/>
          </a:bodyPr>
          <a:lstStyle/>
          <a:p>
            <a:r>
              <a:rPr lang="en-US" sz="4000" b="1">
                <a:solidFill>
                  <a:schemeClr val="bg1"/>
                </a:solidFill>
                <a:latin typeface="Calibri"/>
                <a:ea typeface="Calibri"/>
                <a:cs typeface="Calibri"/>
              </a:rPr>
              <a:t>Replication of Regression Models (Appendix A1)</a:t>
            </a:r>
            <a:endParaRPr lang="en-US" sz="4000">
              <a:solidFill>
                <a:schemeClr val="bg1"/>
              </a:solidFill>
            </a:endParaRPr>
          </a:p>
        </p:txBody>
      </p:sp>
      <p:sp>
        <p:nvSpPr>
          <p:cNvPr id="4" name="Google Shape;698;p70">
            <a:extLst>
              <a:ext uri="{FF2B5EF4-FFF2-40B4-BE49-F238E27FC236}">
                <a16:creationId xmlns:a16="http://schemas.microsoft.com/office/drawing/2014/main" id="{D4479267-C006-8815-3042-8417C99A5BC3}"/>
              </a:ext>
            </a:extLst>
          </p:cNvPr>
          <p:cNvSpPr txBox="1">
            <a:spLocks/>
          </p:cNvSpPr>
          <p:nvPr/>
        </p:nvSpPr>
        <p:spPr>
          <a:xfrm>
            <a:off x="719925" y="2520062"/>
            <a:ext cx="7704000" cy="64711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9600"/>
              <a:buFont typeface="Kulim Park"/>
              <a:buNone/>
              <a:defRPr sz="11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9pPr>
          </a:lstStyle>
          <a:p>
            <a:r>
              <a:rPr lang="en-US" sz="4000" b="1">
                <a:solidFill>
                  <a:schemeClr val="bg1"/>
                </a:solidFill>
                <a:latin typeface="Calibri"/>
                <a:ea typeface="Calibri"/>
                <a:cs typeface="Calibri"/>
              </a:rPr>
              <a:t>Key </a:t>
            </a:r>
            <a:r>
              <a:rPr lang="en-US" sz="4400" b="1">
                <a:solidFill>
                  <a:schemeClr val="bg1"/>
                </a:solidFill>
                <a:latin typeface="Calibri"/>
                <a:ea typeface="Calibri"/>
                <a:cs typeface="Calibri"/>
              </a:rPr>
              <a:t>Results</a:t>
            </a:r>
            <a:r>
              <a:rPr lang="en-US" sz="4000" b="1">
                <a:solidFill>
                  <a:schemeClr val="bg1"/>
                </a:solidFill>
                <a:latin typeface="Calibri"/>
                <a:ea typeface="Calibri"/>
                <a:cs typeface="Calibri"/>
              </a:rPr>
              <a:t> (Regression Trends)</a:t>
            </a:r>
            <a:endParaRPr lang="en-US" sz="4000">
              <a:solidFill>
                <a:schemeClr val="bg1"/>
              </a:solidFill>
              <a:ea typeface="Calibri"/>
              <a:cs typeface="Calibri"/>
            </a:endParaRPr>
          </a:p>
        </p:txBody>
      </p:sp>
      <p:sp>
        <p:nvSpPr>
          <p:cNvPr id="6" name="Google Shape;1561;p116">
            <a:extLst>
              <a:ext uri="{FF2B5EF4-FFF2-40B4-BE49-F238E27FC236}">
                <a16:creationId xmlns:a16="http://schemas.microsoft.com/office/drawing/2014/main" id="{A65366C1-48A5-9E56-3F95-02D881A5E9F8}"/>
              </a:ext>
            </a:extLst>
          </p:cNvPr>
          <p:cNvSpPr txBox="1">
            <a:spLocks/>
          </p:cNvSpPr>
          <p:nvPr/>
        </p:nvSpPr>
        <p:spPr>
          <a:xfrm>
            <a:off x="1248600" y="3235511"/>
            <a:ext cx="6646800" cy="1536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Kulim Park"/>
              <a:buNone/>
              <a:defRPr sz="5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9pPr>
          </a:lstStyle>
          <a:p>
            <a:pPr algn="just"/>
            <a:endParaRPr lang="en-US" sz="2000" b="1">
              <a:solidFill>
                <a:srgbClr val="000000"/>
              </a:solidFill>
              <a:latin typeface="Calibri"/>
            </a:endParaRPr>
          </a:p>
          <a:p>
            <a:pPr marL="285750" indent="-285750" algn="just">
              <a:buFont typeface="Arial"/>
              <a:buChar char="•"/>
            </a:pPr>
            <a:r>
              <a:rPr lang="en-US" sz="2000">
                <a:solidFill>
                  <a:srgbClr val="000000"/>
                </a:solidFill>
                <a:latin typeface="Calibri"/>
              </a:rPr>
              <a:t>Older age groups show </a:t>
            </a:r>
            <a:r>
              <a:rPr lang="en-US" sz="2000" b="1">
                <a:solidFill>
                  <a:srgbClr val="000000"/>
                </a:solidFill>
                <a:latin typeface="Calibri"/>
              </a:rPr>
              <a:t>lower knowledge &amp; comfort</a:t>
            </a:r>
            <a:endParaRPr lang="en-US" sz="2000">
              <a:latin typeface="Calibri"/>
            </a:endParaRPr>
          </a:p>
          <a:p>
            <a:pPr marL="285750" indent="-285750" algn="just">
              <a:buFont typeface="Arial"/>
              <a:buChar char="•"/>
            </a:pPr>
            <a:r>
              <a:rPr lang="en-US" sz="2000" b="1">
                <a:solidFill>
                  <a:srgbClr val="000000"/>
                </a:solidFill>
                <a:latin typeface="Calibri"/>
              </a:rPr>
              <a:t>Women are less comfortable and less knowledgeable</a:t>
            </a:r>
            <a:endParaRPr lang="en-US" sz="2000">
              <a:latin typeface="Calibri"/>
            </a:endParaRPr>
          </a:p>
          <a:p>
            <a:pPr marL="285750" indent="-285750" algn="just">
              <a:buFont typeface="Arial"/>
              <a:buChar char="•"/>
            </a:pPr>
            <a:r>
              <a:rPr lang="en-US" sz="2000" b="1">
                <a:solidFill>
                  <a:srgbClr val="000000"/>
                </a:solidFill>
                <a:latin typeface="Calibri"/>
              </a:rPr>
              <a:t>Higher income increases comfort &amp; acceptance</a:t>
            </a:r>
            <a:endParaRPr lang="en-US" sz="2000">
              <a:latin typeface="Calibri"/>
            </a:endParaRPr>
          </a:p>
          <a:p>
            <a:pPr marL="285750" indent="-285750" algn="just">
              <a:buFont typeface="Arial"/>
              <a:buChar char="•"/>
            </a:pPr>
            <a:r>
              <a:rPr lang="en-US" sz="2000">
                <a:solidFill>
                  <a:srgbClr val="000000"/>
                </a:solidFill>
                <a:latin typeface="Calibri"/>
              </a:rPr>
              <a:t>Education effect increases until PhD, then slightly drops</a:t>
            </a:r>
            <a:endParaRPr lang="en-US" sz="2000">
              <a:latin typeface="Calibri"/>
            </a:endParaRPr>
          </a:p>
          <a:p>
            <a:pPr marL="285750" indent="-285750" algn="just">
              <a:buFont typeface="Arial"/>
              <a:buChar char="•"/>
            </a:pPr>
            <a:r>
              <a:rPr lang="en-US" sz="2000">
                <a:solidFill>
                  <a:srgbClr val="000000"/>
                </a:solidFill>
                <a:latin typeface="Calibri"/>
              </a:rPr>
              <a:t>Results </a:t>
            </a:r>
            <a:r>
              <a:rPr lang="en-US" sz="2000" b="1">
                <a:solidFill>
                  <a:srgbClr val="000000"/>
                </a:solidFill>
                <a:latin typeface="Calibri"/>
              </a:rPr>
              <a:t>match original trends</a:t>
            </a:r>
            <a:r>
              <a:rPr lang="en-US" sz="2000">
                <a:solidFill>
                  <a:srgbClr val="000000"/>
                </a:solidFill>
                <a:latin typeface="Calibri"/>
              </a:rPr>
              <a:t> with minor numeric differences</a:t>
            </a:r>
            <a:endParaRPr lang="en-US" sz="2000">
              <a:latin typeface="Calibri"/>
            </a:endParaRPr>
          </a:p>
        </p:txBody>
      </p:sp>
    </p:spTree>
    <p:extLst>
      <p:ext uri="{BB962C8B-B14F-4D97-AF65-F5344CB8AC3E}">
        <p14:creationId xmlns:p14="http://schemas.microsoft.com/office/powerpoint/2010/main" val="1016234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62">
          <a:extLst>
            <a:ext uri="{FF2B5EF4-FFF2-40B4-BE49-F238E27FC236}">
              <a16:creationId xmlns:a16="http://schemas.microsoft.com/office/drawing/2014/main" id="{9AA4B52C-8FE0-C2DC-67DC-039B2BBD59E2}"/>
            </a:ext>
          </a:extLst>
        </p:cNvPr>
        <p:cNvGrpSpPr/>
        <p:nvPr/>
      </p:nvGrpSpPr>
      <p:grpSpPr>
        <a:xfrm>
          <a:off x="0" y="0"/>
          <a:ext cx="0" cy="0"/>
          <a:chOff x="0" y="0"/>
          <a:chExt cx="0" cy="0"/>
        </a:xfrm>
      </p:grpSpPr>
      <p:sp>
        <p:nvSpPr>
          <p:cNvPr id="9" name="Google Shape;1561;p116">
            <a:extLst>
              <a:ext uri="{FF2B5EF4-FFF2-40B4-BE49-F238E27FC236}">
                <a16:creationId xmlns:a16="http://schemas.microsoft.com/office/drawing/2014/main" id="{0063648B-0410-9966-3B4B-8DDABDC08CEC}"/>
              </a:ext>
            </a:extLst>
          </p:cNvPr>
          <p:cNvSpPr txBox="1">
            <a:spLocks/>
          </p:cNvSpPr>
          <p:nvPr/>
        </p:nvSpPr>
        <p:spPr>
          <a:xfrm>
            <a:off x="4194106" y="1661981"/>
            <a:ext cx="4705857" cy="205358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Kulim Park"/>
              <a:buNone/>
              <a:defRPr sz="5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9pPr>
          </a:lstStyle>
          <a:p>
            <a:pPr algn="just"/>
            <a:endParaRPr lang="en-US" sz="2000" b="1" dirty="0">
              <a:solidFill>
                <a:srgbClr val="000000"/>
              </a:solidFill>
              <a:latin typeface="Calibri"/>
            </a:endParaRPr>
          </a:p>
          <a:p>
            <a:pPr marL="285750" indent="-285750" algn="just">
              <a:buFont typeface="Arial"/>
              <a:buChar char="•"/>
            </a:pPr>
            <a:r>
              <a:rPr lang="en-US" sz="2000" dirty="0">
                <a:solidFill>
                  <a:srgbClr val="000000"/>
                </a:solidFill>
                <a:latin typeface="Calibri"/>
              </a:rPr>
              <a:t>Figures generated using polynomial regression</a:t>
            </a:r>
            <a:endParaRPr lang="en-US" sz="2000" dirty="0">
              <a:latin typeface="Calibri"/>
            </a:endParaRPr>
          </a:p>
          <a:p>
            <a:pPr marL="285750" indent="-285750" algn="just">
              <a:buFont typeface="Arial"/>
              <a:buChar char="•"/>
            </a:pPr>
            <a:r>
              <a:rPr lang="en-US" sz="2000" dirty="0">
                <a:solidFill>
                  <a:srgbClr val="000000"/>
                </a:solidFill>
                <a:latin typeface="Calibri"/>
              </a:rPr>
              <a:t>Visualization replicated patterns:</a:t>
            </a:r>
            <a:endParaRPr lang="en-US" sz="2000" dirty="0">
              <a:latin typeface="Calibri"/>
            </a:endParaRPr>
          </a:p>
          <a:p>
            <a:pPr marL="285750" lvl="1" indent="-285750" algn="just">
              <a:buFont typeface="Arial"/>
              <a:buChar char="•"/>
            </a:pPr>
            <a:r>
              <a:rPr lang="en-US" sz="2000" dirty="0">
                <a:solidFill>
                  <a:srgbClr val="000000"/>
                </a:solidFill>
                <a:latin typeface="Calibri"/>
              </a:rPr>
              <a:t>Increasing comfort with higher income &amp; education</a:t>
            </a:r>
            <a:endParaRPr lang="en-US" sz="2000" dirty="0">
              <a:latin typeface="Calibri"/>
            </a:endParaRPr>
          </a:p>
          <a:p>
            <a:pPr marL="285750" lvl="1" indent="-285750" algn="just">
              <a:buFont typeface="Arial"/>
              <a:buChar char="•"/>
            </a:pPr>
            <a:r>
              <a:rPr lang="en-US" sz="2000" dirty="0">
                <a:solidFill>
                  <a:srgbClr val="000000"/>
                </a:solidFill>
                <a:latin typeface="Calibri"/>
              </a:rPr>
              <a:t>Lower comfort among older age groups</a:t>
            </a:r>
            <a:endParaRPr lang="en-US" sz="2000" dirty="0">
              <a:latin typeface="Calibri"/>
            </a:endParaRPr>
          </a:p>
          <a:p>
            <a:pPr algn="just"/>
            <a:endParaRPr lang="en-US" sz="2000" b="1" i="0" u="none" strike="noStrike" cap="none" dirty="0">
              <a:solidFill>
                <a:srgbClr val="000000"/>
              </a:solidFill>
              <a:latin typeface="Calibri"/>
              <a:ea typeface="Kulim Park"/>
              <a:cs typeface="Kulim Park"/>
            </a:endParaRPr>
          </a:p>
        </p:txBody>
      </p:sp>
      <p:sp>
        <p:nvSpPr>
          <p:cNvPr id="3" name="Google Shape;698;p70">
            <a:extLst>
              <a:ext uri="{FF2B5EF4-FFF2-40B4-BE49-F238E27FC236}">
                <a16:creationId xmlns:a16="http://schemas.microsoft.com/office/drawing/2014/main" id="{1025F15D-F376-F3FE-CF79-D44F263ED652}"/>
              </a:ext>
            </a:extLst>
          </p:cNvPr>
          <p:cNvSpPr txBox="1">
            <a:spLocks noGrp="1"/>
          </p:cNvSpPr>
          <p:nvPr>
            <p:ph type="title"/>
          </p:nvPr>
        </p:nvSpPr>
        <p:spPr>
          <a:xfrm>
            <a:off x="1395846" y="90380"/>
            <a:ext cx="6354574" cy="1193456"/>
          </a:xfrm>
          <a:prstGeom prst="rect">
            <a:avLst/>
          </a:prstGeom>
        </p:spPr>
        <p:txBody>
          <a:bodyPr spcFirstLastPara="1" wrap="square" lIns="91425" tIns="91425" rIns="91425" bIns="91425" anchor="ctr" anchorCtr="0">
            <a:noAutofit/>
          </a:bodyPr>
          <a:lstStyle/>
          <a:p>
            <a:r>
              <a:rPr lang="en-US" sz="4400" b="1" dirty="0">
                <a:solidFill>
                  <a:schemeClr val="bg1"/>
                </a:solidFill>
                <a:latin typeface="Calibri"/>
                <a:ea typeface="Calibri"/>
                <a:cs typeface="Calibri"/>
              </a:rPr>
              <a:t>Replication of Figures 1–4</a:t>
            </a:r>
            <a:endParaRPr lang="en-US" sz="4400" dirty="0">
              <a:solidFill>
                <a:schemeClr val="bg1"/>
              </a:solidFill>
              <a:ea typeface="Calibri"/>
              <a:cs typeface="Calibri"/>
            </a:endParaRPr>
          </a:p>
        </p:txBody>
      </p:sp>
      <p:pic>
        <p:nvPicPr>
          <p:cNvPr id="5" name="Picture 4">
            <a:extLst>
              <a:ext uri="{FF2B5EF4-FFF2-40B4-BE49-F238E27FC236}">
                <a16:creationId xmlns:a16="http://schemas.microsoft.com/office/drawing/2014/main" id="{63DC4D4E-1891-C0E2-F788-2ED2221343A9}"/>
              </a:ext>
            </a:extLst>
          </p:cNvPr>
          <p:cNvPicPr>
            <a:picLocks noChangeAspect="1"/>
          </p:cNvPicPr>
          <p:nvPr/>
        </p:nvPicPr>
        <p:blipFill>
          <a:blip r:embed="rId3"/>
          <a:srcRect t="15617" r="38416"/>
          <a:stretch>
            <a:fillRect/>
          </a:stretch>
        </p:blipFill>
        <p:spPr>
          <a:xfrm>
            <a:off x="345637" y="1227191"/>
            <a:ext cx="3730762" cy="3276352"/>
          </a:xfrm>
          <a:prstGeom prst="rect">
            <a:avLst/>
          </a:prstGeom>
          <a:ln w="19050">
            <a:solidFill>
              <a:schemeClr val="bg1">
                <a:lumMod val="75000"/>
              </a:schemeClr>
            </a:solidFill>
          </a:ln>
        </p:spPr>
      </p:pic>
      <p:sp>
        <p:nvSpPr>
          <p:cNvPr id="6" name="文本框 5">
            <a:extLst>
              <a:ext uri="{FF2B5EF4-FFF2-40B4-BE49-F238E27FC236}">
                <a16:creationId xmlns:a16="http://schemas.microsoft.com/office/drawing/2014/main" id="{4552CB2E-1F42-3023-134A-834561D626B2}"/>
              </a:ext>
            </a:extLst>
          </p:cNvPr>
          <p:cNvSpPr txBox="1"/>
          <p:nvPr/>
        </p:nvSpPr>
        <p:spPr>
          <a:xfrm>
            <a:off x="1682106" y="1354204"/>
            <a:ext cx="1276248" cy="307777"/>
          </a:xfrm>
          <a:prstGeom prst="rect">
            <a:avLst/>
          </a:prstGeom>
          <a:noFill/>
        </p:spPr>
        <p:txBody>
          <a:bodyPr wrap="square" rtlCol="0">
            <a:spAutoFit/>
          </a:bodyPr>
          <a:lstStyle/>
          <a:p>
            <a:r>
              <a:rPr lang="en-CA">
                <a:latin typeface="Calibri" panose="020F0502020204030204" pitchFamily="34" charset="0"/>
                <a:ea typeface="Calibri" panose="020F0502020204030204" pitchFamily="34" charset="0"/>
                <a:cs typeface="Calibri" panose="020F0502020204030204" pitchFamily="34" charset="0"/>
              </a:rPr>
              <a:t>Q41 </a:t>
            </a:r>
            <a:r>
              <a:rPr lang="en-US" altLang="zh-CN">
                <a:latin typeface="Calibri" panose="020F0502020204030204" pitchFamily="34" charset="0"/>
                <a:ea typeface="Calibri" panose="020F0502020204030204" pitchFamily="34" charset="0"/>
                <a:cs typeface="Calibri" panose="020F0502020204030204" pitchFamily="34" charset="0"/>
              </a:rPr>
              <a:t>2021 Plot </a:t>
            </a:r>
            <a:endParaRPr lang="en-CA">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29136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62">
          <a:extLst>
            <a:ext uri="{FF2B5EF4-FFF2-40B4-BE49-F238E27FC236}">
              <a16:creationId xmlns:a16="http://schemas.microsoft.com/office/drawing/2014/main" id="{0EBEBDDC-617D-AF7D-B015-EC3541C0C23C}"/>
            </a:ext>
          </a:extLst>
        </p:cNvPr>
        <p:cNvGrpSpPr/>
        <p:nvPr/>
      </p:nvGrpSpPr>
      <p:grpSpPr>
        <a:xfrm>
          <a:off x="0" y="0"/>
          <a:ext cx="0" cy="0"/>
          <a:chOff x="0" y="0"/>
          <a:chExt cx="0" cy="0"/>
        </a:xfrm>
      </p:grpSpPr>
      <p:sp>
        <p:nvSpPr>
          <p:cNvPr id="9" name="Google Shape;1561;p116">
            <a:extLst>
              <a:ext uri="{FF2B5EF4-FFF2-40B4-BE49-F238E27FC236}">
                <a16:creationId xmlns:a16="http://schemas.microsoft.com/office/drawing/2014/main" id="{955F7352-7DAA-2BB5-1EE7-86A0ED6D8CB9}"/>
              </a:ext>
            </a:extLst>
          </p:cNvPr>
          <p:cNvSpPr txBox="1">
            <a:spLocks/>
          </p:cNvSpPr>
          <p:nvPr/>
        </p:nvSpPr>
        <p:spPr>
          <a:xfrm>
            <a:off x="386228" y="735966"/>
            <a:ext cx="8758464" cy="110018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Kulim Park"/>
              <a:buNone/>
              <a:defRPr sz="5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9pPr>
          </a:lstStyle>
          <a:p>
            <a:pPr algn="just"/>
            <a:endParaRPr lang="en-US" sz="1800" b="1">
              <a:solidFill>
                <a:srgbClr val="000000"/>
              </a:solidFill>
              <a:latin typeface="Calibri"/>
            </a:endParaRPr>
          </a:p>
          <a:p>
            <a:pPr marL="285750" indent="-285750" algn="just">
              <a:buFont typeface="Arial"/>
              <a:buChar char="•"/>
            </a:pPr>
            <a:r>
              <a:rPr lang="en-US" sz="1800">
                <a:solidFill>
                  <a:srgbClr val="000000"/>
                </a:solidFill>
                <a:latin typeface="Calibri"/>
              </a:rPr>
              <a:t>We generate </a:t>
            </a:r>
            <a:r>
              <a:rPr lang="en-US" sz="1800" b="1">
                <a:solidFill>
                  <a:srgbClr val="000000"/>
                </a:solidFill>
                <a:latin typeface="Calibri"/>
              </a:rPr>
              <a:t>3D predictive surfaces</a:t>
            </a:r>
            <a:r>
              <a:rPr lang="en-US" sz="1800">
                <a:solidFill>
                  <a:srgbClr val="000000"/>
                </a:solidFill>
                <a:latin typeface="Calibri"/>
              </a:rPr>
              <a:t> to observe interactions</a:t>
            </a:r>
            <a:endParaRPr lang="en-US" sz="1800">
              <a:latin typeface="Calibri"/>
            </a:endParaRPr>
          </a:p>
          <a:p>
            <a:pPr marL="285750" indent="-285750" algn="just">
              <a:buFont typeface="Arial"/>
              <a:buChar char="•"/>
            </a:pPr>
            <a:r>
              <a:rPr lang="en-US" sz="1800">
                <a:solidFill>
                  <a:srgbClr val="000000"/>
                </a:solidFill>
                <a:latin typeface="Calibri"/>
              </a:rPr>
              <a:t>Goal: visualize how </a:t>
            </a:r>
            <a:r>
              <a:rPr lang="en-US" sz="1800" b="1">
                <a:solidFill>
                  <a:srgbClr val="000000"/>
                </a:solidFill>
                <a:latin typeface="Calibri"/>
              </a:rPr>
              <a:t>comfort varies jointly across demographics</a:t>
            </a:r>
            <a:endParaRPr lang="en-US" sz="1800">
              <a:latin typeface="Calibri"/>
            </a:endParaRPr>
          </a:p>
          <a:p>
            <a:pPr marL="285750" indent="-285750" algn="just">
              <a:buFont typeface="Arial"/>
              <a:buChar char="•"/>
            </a:pPr>
            <a:r>
              <a:rPr lang="en-US" sz="1800">
                <a:solidFill>
                  <a:srgbClr val="000000"/>
                </a:solidFill>
                <a:latin typeface="Calibri"/>
              </a:rPr>
              <a:t>Model: (to be filled after code running)</a:t>
            </a:r>
            <a:endParaRPr lang="en-US" sz="1800">
              <a:latin typeface="Calibri"/>
            </a:endParaRPr>
          </a:p>
          <a:p>
            <a:pPr marL="285750" indent="-285750" algn="just">
              <a:buFont typeface="Arial"/>
              <a:buChar char="•"/>
            </a:pPr>
            <a:r>
              <a:rPr lang="en-US" sz="1800">
                <a:solidFill>
                  <a:srgbClr val="000000"/>
                </a:solidFill>
                <a:latin typeface="Calibri"/>
              </a:rPr>
              <a:t>Outputs: 3D surfaces comparing 2021 → 2023 → 2024</a:t>
            </a:r>
            <a:endParaRPr lang="en-US" sz="1800">
              <a:latin typeface="Calibri"/>
            </a:endParaRPr>
          </a:p>
        </p:txBody>
      </p:sp>
      <p:sp>
        <p:nvSpPr>
          <p:cNvPr id="3" name="Google Shape;698;p70">
            <a:extLst>
              <a:ext uri="{FF2B5EF4-FFF2-40B4-BE49-F238E27FC236}">
                <a16:creationId xmlns:a16="http://schemas.microsoft.com/office/drawing/2014/main" id="{29A1B574-1EC9-C4D7-3FCB-8AAD51ED4A2C}"/>
              </a:ext>
            </a:extLst>
          </p:cNvPr>
          <p:cNvSpPr txBox="1">
            <a:spLocks noGrp="1"/>
          </p:cNvSpPr>
          <p:nvPr>
            <p:ph type="title"/>
          </p:nvPr>
        </p:nvSpPr>
        <p:spPr>
          <a:xfrm>
            <a:off x="0" y="73347"/>
            <a:ext cx="9144000" cy="791557"/>
          </a:xfrm>
          <a:prstGeom prst="rect">
            <a:avLst/>
          </a:prstGeom>
        </p:spPr>
        <p:txBody>
          <a:bodyPr spcFirstLastPara="1" wrap="square" lIns="91425" tIns="91425" rIns="91425" bIns="91425" anchor="ctr" anchorCtr="0">
            <a:noAutofit/>
          </a:bodyPr>
          <a:lstStyle/>
          <a:p>
            <a:r>
              <a:rPr lang="en-US" sz="4000" b="1">
                <a:solidFill>
                  <a:schemeClr val="bg1"/>
                </a:solidFill>
                <a:latin typeface="Calibri"/>
                <a:ea typeface="Calibri"/>
                <a:cs typeface="Calibri"/>
              </a:rPr>
              <a:t>Extension: New Datasets (2023 &amp; 2024)</a:t>
            </a:r>
            <a:endParaRPr lang="en-US" sz="4000">
              <a:solidFill>
                <a:schemeClr val="bg1"/>
              </a:solidFill>
            </a:endParaRPr>
          </a:p>
        </p:txBody>
      </p:sp>
      <p:grpSp>
        <p:nvGrpSpPr>
          <p:cNvPr id="12" name="组合 11">
            <a:extLst>
              <a:ext uri="{FF2B5EF4-FFF2-40B4-BE49-F238E27FC236}">
                <a16:creationId xmlns:a16="http://schemas.microsoft.com/office/drawing/2014/main" id="{D763C1D5-2286-9948-D846-1ACB512F03A0}"/>
              </a:ext>
            </a:extLst>
          </p:cNvPr>
          <p:cNvGrpSpPr/>
          <p:nvPr/>
        </p:nvGrpSpPr>
        <p:grpSpPr>
          <a:xfrm>
            <a:off x="1217052" y="2170597"/>
            <a:ext cx="2642030" cy="2784605"/>
            <a:chOff x="1251281" y="2126588"/>
            <a:chExt cx="2642030" cy="2784605"/>
          </a:xfrm>
        </p:grpSpPr>
        <p:pic>
          <p:nvPicPr>
            <p:cNvPr id="4" name="Picture 3">
              <a:extLst>
                <a:ext uri="{FF2B5EF4-FFF2-40B4-BE49-F238E27FC236}">
                  <a16:creationId xmlns:a16="http://schemas.microsoft.com/office/drawing/2014/main" id="{2EEAF575-BB83-E7F9-2DBA-190BF3DB1551}"/>
                </a:ext>
              </a:extLst>
            </p:cNvPr>
            <p:cNvPicPr>
              <a:picLocks noChangeAspect="1"/>
            </p:cNvPicPr>
            <p:nvPr/>
          </p:nvPicPr>
          <p:blipFill>
            <a:blip r:embed="rId3"/>
            <a:srcRect t="17452" r="141" b="-108"/>
            <a:stretch>
              <a:fillRect/>
            </a:stretch>
          </p:blipFill>
          <p:spPr>
            <a:xfrm>
              <a:off x="1251281" y="2126588"/>
              <a:ext cx="2642030" cy="2445299"/>
            </a:xfrm>
            <a:prstGeom prst="rect">
              <a:avLst/>
            </a:prstGeom>
            <a:ln>
              <a:solidFill>
                <a:schemeClr val="bg1">
                  <a:lumMod val="75000"/>
                </a:schemeClr>
              </a:solidFill>
            </a:ln>
          </p:spPr>
        </p:pic>
        <p:sp>
          <p:nvSpPr>
            <p:cNvPr id="10" name="Google Shape;1561;p116">
              <a:extLst>
                <a:ext uri="{FF2B5EF4-FFF2-40B4-BE49-F238E27FC236}">
                  <a16:creationId xmlns:a16="http://schemas.microsoft.com/office/drawing/2014/main" id="{64CF8706-C944-7CB3-AAA1-9E6A6BE4DBFA}"/>
                </a:ext>
              </a:extLst>
            </p:cNvPr>
            <p:cNvSpPr txBox="1">
              <a:spLocks/>
            </p:cNvSpPr>
            <p:nvPr/>
          </p:nvSpPr>
          <p:spPr>
            <a:xfrm>
              <a:off x="1688754" y="4672874"/>
              <a:ext cx="1952346" cy="23831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Kulim Park"/>
                <a:buNone/>
                <a:defRPr sz="5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9pPr>
            </a:lstStyle>
            <a:p>
              <a:pPr algn="just"/>
              <a:r>
                <a:rPr lang="en-US" sz="1000" i="1">
                  <a:solidFill>
                    <a:srgbClr val="000000"/>
                  </a:solidFill>
                  <a:latin typeface="Times New Roman"/>
                  <a:cs typeface="Times New Roman"/>
                </a:rPr>
                <a:t>3D Surface Plot for 2023 Q32 [3].</a:t>
              </a:r>
              <a:endParaRPr lang="en-US"/>
            </a:p>
          </p:txBody>
        </p:sp>
      </p:grpSp>
      <p:grpSp>
        <p:nvGrpSpPr>
          <p:cNvPr id="13" name="组合 12">
            <a:extLst>
              <a:ext uri="{FF2B5EF4-FFF2-40B4-BE49-F238E27FC236}">
                <a16:creationId xmlns:a16="http://schemas.microsoft.com/office/drawing/2014/main" id="{7F37FE09-86AF-2056-C83B-C35ECBE1965A}"/>
              </a:ext>
            </a:extLst>
          </p:cNvPr>
          <p:cNvGrpSpPr/>
          <p:nvPr/>
        </p:nvGrpSpPr>
        <p:grpSpPr>
          <a:xfrm>
            <a:off x="5166871" y="2170597"/>
            <a:ext cx="2649275" cy="2863189"/>
            <a:chOff x="6379551" y="2095630"/>
            <a:chExt cx="2649275" cy="2863189"/>
          </a:xfrm>
        </p:grpSpPr>
        <p:pic>
          <p:nvPicPr>
            <p:cNvPr id="7" name="Picture 6" descr="A graph with a curved line&#10;&#10;AI-generated content may be incorrect.">
              <a:extLst>
                <a:ext uri="{FF2B5EF4-FFF2-40B4-BE49-F238E27FC236}">
                  <a16:creationId xmlns:a16="http://schemas.microsoft.com/office/drawing/2014/main" id="{D6B5C136-E851-C021-45EB-4591F3C1A65A}"/>
                </a:ext>
              </a:extLst>
            </p:cNvPr>
            <p:cNvPicPr>
              <a:picLocks noChangeAspect="1"/>
            </p:cNvPicPr>
            <p:nvPr/>
          </p:nvPicPr>
          <p:blipFill>
            <a:blip r:embed="rId4"/>
            <a:srcRect t="17636" r="-140" b="-41"/>
            <a:stretch>
              <a:fillRect/>
            </a:stretch>
          </p:blipFill>
          <p:spPr>
            <a:xfrm>
              <a:off x="6379551" y="2095630"/>
              <a:ext cx="2649275" cy="2433907"/>
            </a:xfrm>
            <a:prstGeom prst="rect">
              <a:avLst/>
            </a:prstGeom>
            <a:ln>
              <a:solidFill>
                <a:schemeClr val="bg1">
                  <a:lumMod val="75000"/>
                </a:schemeClr>
              </a:solidFill>
            </a:ln>
          </p:spPr>
        </p:pic>
        <p:sp>
          <p:nvSpPr>
            <p:cNvPr id="11" name="Google Shape;1561;p116">
              <a:extLst>
                <a:ext uri="{FF2B5EF4-FFF2-40B4-BE49-F238E27FC236}">
                  <a16:creationId xmlns:a16="http://schemas.microsoft.com/office/drawing/2014/main" id="{AD696108-3E7B-1F7C-CD01-323CF03A88FE}"/>
                </a:ext>
              </a:extLst>
            </p:cNvPr>
            <p:cNvSpPr txBox="1">
              <a:spLocks/>
            </p:cNvSpPr>
            <p:nvPr/>
          </p:nvSpPr>
          <p:spPr>
            <a:xfrm>
              <a:off x="6584284" y="4625250"/>
              <a:ext cx="2240327" cy="33356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Kulim Park"/>
                <a:buNone/>
                <a:defRPr sz="5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9pPr>
            </a:lstStyle>
            <a:p>
              <a:pPr algn="just"/>
              <a:r>
                <a:rPr lang="en-US" sz="1000" i="1">
                  <a:solidFill>
                    <a:srgbClr val="000000"/>
                  </a:solidFill>
                  <a:latin typeface="Times New Roman"/>
                  <a:cs typeface="Times New Roman"/>
                </a:rPr>
                <a:t> 3D Surface Plot for 2024 Q29_A3 [4].</a:t>
              </a:r>
              <a:endParaRPr lang="en-US"/>
            </a:p>
          </p:txBody>
        </p:sp>
      </p:grpSp>
    </p:spTree>
    <p:extLst>
      <p:ext uri="{BB962C8B-B14F-4D97-AF65-F5344CB8AC3E}">
        <p14:creationId xmlns:p14="http://schemas.microsoft.com/office/powerpoint/2010/main" val="64162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62">
          <a:extLst>
            <a:ext uri="{FF2B5EF4-FFF2-40B4-BE49-F238E27FC236}">
              <a16:creationId xmlns:a16="http://schemas.microsoft.com/office/drawing/2014/main" id="{DCD024D6-766A-A550-5A90-2E82253F7839}"/>
            </a:ext>
          </a:extLst>
        </p:cNvPr>
        <p:cNvGrpSpPr/>
        <p:nvPr/>
      </p:nvGrpSpPr>
      <p:grpSpPr>
        <a:xfrm>
          <a:off x="0" y="0"/>
          <a:ext cx="0" cy="0"/>
          <a:chOff x="0" y="0"/>
          <a:chExt cx="0" cy="0"/>
        </a:xfrm>
      </p:grpSpPr>
      <p:sp>
        <p:nvSpPr>
          <p:cNvPr id="9" name="Google Shape;1561;p116">
            <a:extLst>
              <a:ext uri="{FF2B5EF4-FFF2-40B4-BE49-F238E27FC236}">
                <a16:creationId xmlns:a16="http://schemas.microsoft.com/office/drawing/2014/main" id="{A8EAFBEC-A8AC-0428-4D6E-A30107AA8301}"/>
              </a:ext>
            </a:extLst>
          </p:cNvPr>
          <p:cNvSpPr txBox="1">
            <a:spLocks/>
          </p:cNvSpPr>
          <p:nvPr/>
        </p:nvSpPr>
        <p:spPr>
          <a:xfrm>
            <a:off x="1248600" y="776983"/>
            <a:ext cx="6646800" cy="1536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Kulim Park"/>
              <a:buNone/>
              <a:defRPr sz="5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9pPr>
          </a:lstStyle>
          <a:p>
            <a:pPr algn="just"/>
            <a:endParaRPr lang="en-US" sz="1800" b="1">
              <a:solidFill>
                <a:srgbClr val="000000"/>
              </a:solidFill>
              <a:latin typeface="Calibri"/>
            </a:endParaRPr>
          </a:p>
          <a:p>
            <a:pPr marL="285750" indent="-285750" algn="just">
              <a:buFont typeface="Arial"/>
              <a:buChar char="•"/>
            </a:pPr>
            <a:r>
              <a:rPr lang="en-US" sz="1800" b="1">
                <a:solidFill>
                  <a:srgbClr val="000000"/>
                </a:solidFill>
                <a:latin typeface="Calibri"/>
              </a:rPr>
              <a:t>Data cleaning can change results</a:t>
            </a:r>
            <a:endParaRPr lang="en-US" sz="1800">
              <a:latin typeface="Calibri"/>
            </a:endParaRPr>
          </a:p>
          <a:p>
            <a:pPr marL="285750" indent="-285750" algn="just">
              <a:buFont typeface="Arial"/>
              <a:buChar char="•"/>
            </a:pPr>
            <a:r>
              <a:rPr lang="en-US" sz="1800">
                <a:solidFill>
                  <a:srgbClr val="000000"/>
                </a:solidFill>
                <a:latin typeface="Calibri"/>
              </a:rPr>
              <a:t>Filtering choices impact sample size &amp; interpretation</a:t>
            </a:r>
            <a:endParaRPr lang="en-US" sz="1800">
              <a:latin typeface="Calibri"/>
            </a:endParaRPr>
          </a:p>
          <a:p>
            <a:pPr marL="285750" indent="-285750" algn="just">
              <a:buFont typeface="Arial"/>
              <a:buChar char="•"/>
            </a:pPr>
            <a:r>
              <a:rPr lang="en-US" sz="1800" b="1">
                <a:solidFill>
                  <a:srgbClr val="000000"/>
                </a:solidFill>
                <a:latin typeface="Calibri"/>
              </a:rPr>
              <a:t>Reproducibility requires matching reference categories</a:t>
            </a:r>
            <a:endParaRPr lang="en-US" sz="1800">
              <a:latin typeface="Calibri"/>
            </a:endParaRPr>
          </a:p>
          <a:p>
            <a:pPr marL="285750" indent="-285750" algn="just">
              <a:buFont typeface="Arial"/>
              <a:buChar char="•"/>
            </a:pPr>
            <a:r>
              <a:rPr lang="en-US" sz="1800">
                <a:solidFill>
                  <a:srgbClr val="000000"/>
                </a:solidFill>
                <a:latin typeface="Calibri"/>
              </a:rPr>
              <a:t>Minor discrepancies are expected when preprocessing is unclear</a:t>
            </a:r>
            <a:endParaRPr lang="en-US" sz="1800">
              <a:latin typeface="Calibri"/>
            </a:endParaRPr>
          </a:p>
        </p:txBody>
      </p:sp>
      <p:sp>
        <p:nvSpPr>
          <p:cNvPr id="3" name="Google Shape;698;p70">
            <a:extLst>
              <a:ext uri="{FF2B5EF4-FFF2-40B4-BE49-F238E27FC236}">
                <a16:creationId xmlns:a16="http://schemas.microsoft.com/office/drawing/2014/main" id="{98D7623C-D95B-F3D6-8620-4C56A827DF0F}"/>
              </a:ext>
            </a:extLst>
          </p:cNvPr>
          <p:cNvSpPr txBox="1">
            <a:spLocks noGrp="1"/>
          </p:cNvSpPr>
          <p:nvPr>
            <p:ph type="title"/>
          </p:nvPr>
        </p:nvSpPr>
        <p:spPr>
          <a:xfrm>
            <a:off x="719925" y="216090"/>
            <a:ext cx="7704000" cy="647117"/>
          </a:xfrm>
          <a:prstGeom prst="rect">
            <a:avLst/>
          </a:prstGeom>
        </p:spPr>
        <p:txBody>
          <a:bodyPr spcFirstLastPara="1" wrap="square" lIns="91425" tIns="91425" rIns="91425" bIns="91425" anchor="ctr" anchorCtr="0">
            <a:noAutofit/>
          </a:bodyPr>
          <a:lstStyle/>
          <a:p>
            <a:r>
              <a:rPr lang="en-US" sz="4000" b="1">
                <a:solidFill>
                  <a:schemeClr val="bg1"/>
                </a:solidFill>
                <a:latin typeface="Calibri"/>
                <a:ea typeface="Calibri"/>
                <a:cs typeface="Calibri"/>
              </a:rPr>
              <a:t>Reflection: What We Learned</a:t>
            </a:r>
            <a:endParaRPr lang="en-US" sz="4000">
              <a:solidFill>
                <a:schemeClr val="bg1"/>
              </a:solidFill>
            </a:endParaRPr>
          </a:p>
        </p:txBody>
      </p:sp>
      <p:sp>
        <p:nvSpPr>
          <p:cNvPr id="4" name="Google Shape;698;p70">
            <a:extLst>
              <a:ext uri="{FF2B5EF4-FFF2-40B4-BE49-F238E27FC236}">
                <a16:creationId xmlns:a16="http://schemas.microsoft.com/office/drawing/2014/main" id="{E0372380-4369-C0AF-761B-8446145A3A47}"/>
              </a:ext>
            </a:extLst>
          </p:cNvPr>
          <p:cNvSpPr txBox="1">
            <a:spLocks/>
          </p:cNvSpPr>
          <p:nvPr/>
        </p:nvSpPr>
        <p:spPr>
          <a:xfrm>
            <a:off x="719925" y="2502090"/>
            <a:ext cx="7704000" cy="64711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9600"/>
              <a:buFont typeface="Kulim Park"/>
              <a:buNone/>
              <a:defRPr sz="11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9pPr>
          </a:lstStyle>
          <a:p>
            <a:r>
              <a:rPr lang="en-US" sz="4000" b="1">
                <a:solidFill>
                  <a:schemeClr val="bg1"/>
                </a:solidFill>
                <a:latin typeface="Calibri"/>
                <a:ea typeface="Calibri"/>
                <a:cs typeface="Calibri"/>
              </a:rPr>
              <a:t>Reproducibility Challenges</a:t>
            </a:r>
            <a:endParaRPr lang="en-US" sz="4000">
              <a:solidFill>
                <a:schemeClr val="bg1"/>
              </a:solidFill>
            </a:endParaRPr>
          </a:p>
        </p:txBody>
      </p:sp>
      <p:sp>
        <p:nvSpPr>
          <p:cNvPr id="6" name="Google Shape;1561;p116">
            <a:extLst>
              <a:ext uri="{FF2B5EF4-FFF2-40B4-BE49-F238E27FC236}">
                <a16:creationId xmlns:a16="http://schemas.microsoft.com/office/drawing/2014/main" id="{0C7BEC21-7945-1241-60E7-B70D2F612A08}"/>
              </a:ext>
            </a:extLst>
          </p:cNvPr>
          <p:cNvSpPr txBox="1">
            <a:spLocks/>
          </p:cNvSpPr>
          <p:nvPr/>
        </p:nvSpPr>
        <p:spPr>
          <a:xfrm>
            <a:off x="1248600" y="3289426"/>
            <a:ext cx="6646800" cy="1536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Kulim Park"/>
              <a:buNone/>
              <a:defRPr sz="5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9pPr>
          </a:lstStyle>
          <a:p>
            <a:pPr algn="just"/>
            <a:endParaRPr lang="en-US" sz="1800" b="1">
              <a:solidFill>
                <a:srgbClr val="000000"/>
              </a:solidFill>
              <a:latin typeface="Calibri"/>
            </a:endParaRPr>
          </a:p>
          <a:p>
            <a:pPr marL="285750" indent="-285750" algn="just">
              <a:buFont typeface="Arial"/>
              <a:buChar char="•"/>
            </a:pPr>
            <a:r>
              <a:rPr lang="en-US" sz="1800">
                <a:solidFill>
                  <a:srgbClr val="000000"/>
                </a:solidFill>
                <a:latin typeface="Calibri"/>
              </a:rPr>
              <a:t>Lack of clarity on original preprocessing</a:t>
            </a:r>
            <a:endParaRPr lang="en-US" sz="1800">
              <a:latin typeface="Calibri"/>
            </a:endParaRPr>
          </a:p>
          <a:p>
            <a:pPr marL="285750" indent="-285750" algn="just">
              <a:buFont typeface="Arial"/>
              <a:buChar char="•"/>
            </a:pPr>
            <a:r>
              <a:rPr lang="en-US" sz="1800">
                <a:solidFill>
                  <a:srgbClr val="000000"/>
                </a:solidFill>
                <a:latin typeface="Calibri"/>
              </a:rPr>
              <a:t>Slight differences in age bins</a:t>
            </a:r>
            <a:endParaRPr lang="en-US" sz="1800">
              <a:latin typeface="Calibri"/>
            </a:endParaRPr>
          </a:p>
          <a:p>
            <a:pPr marL="285750" indent="-285750" algn="just">
              <a:buFont typeface="Arial"/>
              <a:buChar char="•"/>
            </a:pPr>
            <a:r>
              <a:rPr lang="en-US" sz="1800">
                <a:solidFill>
                  <a:srgbClr val="000000"/>
                </a:solidFill>
                <a:latin typeface="Calibri"/>
              </a:rPr>
              <a:t>Assumption violations in ordinal models (minor)</a:t>
            </a:r>
            <a:endParaRPr lang="en-US" sz="1800">
              <a:latin typeface="Calibri"/>
            </a:endParaRPr>
          </a:p>
          <a:p>
            <a:pPr marL="285750" indent="-285750" algn="just">
              <a:buFont typeface="Arial"/>
              <a:buChar char="•"/>
            </a:pPr>
            <a:r>
              <a:rPr lang="en-US" sz="1800">
                <a:solidFill>
                  <a:srgbClr val="000000"/>
                </a:solidFill>
                <a:latin typeface="Calibri"/>
              </a:rPr>
              <a:t>Still replicated </a:t>
            </a:r>
            <a:r>
              <a:rPr lang="en-US" sz="1800" b="1">
                <a:solidFill>
                  <a:srgbClr val="000000"/>
                </a:solidFill>
                <a:latin typeface="Calibri"/>
              </a:rPr>
              <a:t>overall trends successfully</a:t>
            </a:r>
            <a:endParaRPr lang="en-US" sz="1800">
              <a:latin typeface="Calibri"/>
            </a:endParaRPr>
          </a:p>
          <a:p>
            <a:pPr algn="just"/>
            <a:endParaRPr lang="en-US" sz="1800" b="1" i="0" u="none" strike="noStrike" cap="none">
              <a:solidFill>
                <a:srgbClr val="000000"/>
              </a:solidFill>
              <a:latin typeface="Calibri"/>
              <a:ea typeface="Kulim Park"/>
              <a:cs typeface="Kulim Park"/>
            </a:endParaRPr>
          </a:p>
        </p:txBody>
      </p:sp>
    </p:spTree>
    <p:extLst>
      <p:ext uri="{BB962C8B-B14F-4D97-AF65-F5344CB8AC3E}">
        <p14:creationId xmlns:p14="http://schemas.microsoft.com/office/powerpoint/2010/main" val="12813125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62">
          <a:extLst>
            <a:ext uri="{FF2B5EF4-FFF2-40B4-BE49-F238E27FC236}">
              <a16:creationId xmlns:a16="http://schemas.microsoft.com/office/drawing/2014/main" id="{841A0097-4544-0797-53B0-27D7DBD8501A}"/>
            </a:ext>
          </a:extLst>
        </p:cNvPr>
        <p:cNvGrpSpPr/>
        <p:nvPr/>
      </p:nvGrpSpPr>
      <p:grpSpPr>
        <a:xfrm>
          <a:off x="0" y="0"/>
          <a:ext cx="0" cy="0"/>
          <a:chOff x="0" y="0"/>
          <a:chExt cx="0" cy="0"/>
        </a:xfrm>
      </p:grpSpPr>
      <p:sp>
        <p:nvSpPr>
          <p:cNvPr id="9" name="Google Shape;1561;p116">
            <a:extLst>
              <a:ext uri="{FF2B5EF4-FFF2-40B4-BE49-F238E27FC236}">
                <a16:creationId xmlns:a16="http://schemas.microsoft.com/office/drawing/2014/main" id="{C9D55E19-D68C-519A-AE32-45F1EB9D3DFA}"/>
              </a:ext>
            </a:extLst>
          </p:cNvPr>
          <p:cNvSpPr txBox="1">
            <a:spLocks/>
          </p:cNvSpPr>
          <p:nvPr/>
        </p:nvSpPr>
        <p:spPr>
          <a:xfrm>
            <a:off x="1248600" y="979562"/>
            <a:ext cx="6646800" cy="1536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Kulim Park"/>
              <a:buNone/>
              <a:defRPr sz="5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9pPr>
          </a:lstStyle>
          <a:p>
            <a:pPr algn="just"/>
            <a:endParaRPr lang="en-US" sz="1800" b="1">
              <a:solidFill>
                <a:srgbClr val="000000"/>
              </a:solidFill>
              <a:latin typeface="Calibri"/>
            </a:endParaRPr>
          </a:p>
          <a:p>
            <a:pPr marL="285750" indent="-285750" algn="just">
              <a:buFont typeface="Arial"/>
              <a:buChar char="•"/>
            </a:pPr>
            <a:r>
              <a:rPr lang="en-US" sz="1800">
                <a:solidFill>
                  <a:srgbClr val="000000"/>
                </a:solidFill>
                <a:latin typeface="Calibri"/>
              </a:rPr>
              <a:t>Entire group: brainstorming &amp; dataset access</a:t>
            </a:r>
            <a:endParaRPr lang="en-US" sz="1800">
              <a:latin typeface="Calibri"/>
            </a:endParaRPr>
          </a:p>
          <a:p>
            <a:pPr marL="285750" indent="-285750" algn="just">
              <a:buFont typeface="Arial"/>
              <a:buChar char="•"/>
            </a:pPr>
            <a:r>
              <a:rPr lang="en-US" sz="1800">
                <a:solidFill>
                  <a:srgbClr val="000000"/>
                </a:solidFill>
                <a:latin typeface="Calibri"/>
              </a:rPr>
              <a:t>Coding &amp; modeling: Kai, Aymen and Gary</a:t>
            </a:r>
          </a:p>
          <a:p>
            <a:pPr marL="285750" indent="-285750" algn="just">
              <a:buFont typeface="Arial"/>
              <a:buChar char="•"/>
            </a:pPr>
            <a:r>
              <a:rPr lang="en-US" sz="1800">
                <a:solidFill>
                  <a:srgbClr val="000000"/>
                </a:solidFill>
                <a:latin typeface="Calibri"/>
              </a:rPr>
              <a:t>Report writing &amp; presentation: Agam, Leila, Zayn</a:t>
            </a:r>
          </a:p>
          <a:p>
            <a:pPr marL="285750" indent="-285750" algn="just">
              <a:buFont typeface="Arial"/>
              <a:buChar char="•"/>
            </a:pPr>
            <a:r>
              <a:rPr lang="en-US" sz="1800">
                <a:solidFill>
                  <a:srgbClr val="000000"/>
                </a:solidFill>
                <a:latin typeface="Calibri"/>
              </a:rPr>
              <a:t>Emphasized communication, collaboration &amp; division of roles</a:t>
            </a:r>
            <a:endParaRPr lang="en-US" sz="1800">
              <a:latin typeface="Calibri"/>
            </a:endParaRPr>
          </a:p>
          <a:p>
            <a:pPr algn="just"/>
            <a:endParaRPr lang="en-US" sz="1800" b="1" i="0" u="none" strike="noStrike" cap="none">
              <a:solidFill>
                <a:srgbClr val="000000"/>
              </a:solidFill>
              <a:latin typeface="Calibri"/>
              <a:ea typeface="Kulim Park"/>
              <a:cs typeface="Kulim Park"/>
            </a:endParaRPr>
          </a:p>
        </p:txBody>
      </p:sp>
      <p:sp>
        <p:nvSpPr>
          <p:cNvPr id="3" name="Google Shape;698;p70">
            <a:extLst>
              <a:ext uri="{FF2B5EF4-FFF2-40B4-BE49-F238E27FC236}">
                <a16:creationId xmlns:a16="http://schemas.microsoft.com/office/drawing/2014/main" id="{C855B6D5-9EBF-12AB-0EE4-7F47C58D2E47}"/>
              </a:ext>
            </a:extLst>
          </p:cNvPr>
          <p:cNvSpPr txBox="1">
            <a:spLocks noGrp="1"/>
          </p:cNvSpPr>
          <p:nvPr>
            <p:ph type="title"/>
          </p:nvPr>
        </p:nvSpPr>
        <p:spPr>
          <a:xfrm>
            <a:off x="719925" y="266411"/>
            <a:ext cx="7704000" cy="647117"/>
          </a:xfrm>
          <a:prstGeom prst="rect">
            <a:avLst/>
          </a:prstGeom>
        </p:spPr>
        <p:txBody>
          <a:bodyPr spcFirstLastPara="1" wrap="square" lIns="91425" tIns="91425" rIns="91425" bIns="91425" anchor="ctr" anchorCtr="0">
            <a:noAutofit/>
          </a:bodyPr>
          <a:lstStyle/>
          <a:p>
            <a:r>
              <a:rPr lang="en-US" sz="4000" b="1">
                <a:solidFill>
                  <a:schemeClr val="bg1"/>
                </a:solidFill>
                <a:latin typeface="Calibri"/>
                <a:ea typeface="Calibri"/>
                <a:cs typeface="Calibri"/>
              </a:rPr>
              <a:t>Teamwork Summary</a:t>
            </a:r>
            <a:endParaRPr lang="en-US" sz="4000">
              <a:solidFill>
                <a:schemeClr val="bg1"/>
              </a:solidFill>
            </a:endParaRPr>
          </a:p>
        </p:txBody>
      </p:sp>
      <p:sp>
        <p:nvSpPr>
          <p:cNvPr id="4" name="Google Shape;698;p70">
            <a:extLst>
              <a:ext uri="{FF2B5EF4-FFF2-40B4-BE49-F238E27FC236}">
                <a16:creationId xmlns:a16="http://schemas.microsoft.com/office/drawing/2014/main" id="{32DBE2F1-1C3E-2D3E-C7F5-FE6BF83F6F2B}"/>
              </a:ext>
            </a:extLst>
          </p:cNvPr>
          <p:cNvSpPr txBox="1">
            <a:spLocks/>
          </p:cNvSpPr>
          <p:nvPr/>
        </p:nvSpPr>
        <p:spPr>
          <a:xfrm>
            <a:off x="721363" y="2514311"/>
            <a:ext cx="7704000" cy="64711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9600"/>
              <a:buFont typeface="Kulim Park"/>
              <a:buNone/>
              <a:defRPr sz="11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9600"/>
              <a:buFont typeface="Kulim Park"/>
              <a:buNone/>
              <a:defRPr sz="9600" b="0" i="0" u="none" strike="noStrike" cap="none">
                <a:solidFill>
                  <a:schemeClr val="dk1"/>
                </a:solidFill>
                <a:latin typeface="Kulim Park"/>
                <a:ea typeface="Kulim Park"/>
                <a:cs typeface="Kulim Park"/>
                <a:sym typeface="Kulim Park"/>
              </a:defRPr>
            </a:lvl9pPr>
          </a:lstStyle>
          <a:p>
            <a:r>
              <a:rPr lang="en-US" sz="4000" b="1">
                <a:solidFill>
                  <a:schemeClr val="bg1"/>
                </a:solidFill>
                <a:latin typeface="Calibri"/>
                <a:ea typeface="Calibri"/>
                <a:cs typeface="Calibri"/>
              </a:rPr>
              <a:t>AI Use Disclosure</a:t>
            </a:r>
            <a:endParaRPr lang="en-US" sz="4000">
              <a:solidFill>
                <a:schemeClr val="bg1"/>
              </a:solidFill>
            </a:endParaRPr>
          </a:p>
        </p:txBody>
      </p:sp>
      <p:sp>
        <p:nvSpPr>
          <p:cNvPr id="6" name="Google Shape;1561;p116">
            <a:extLst>
              <a:ext uri="{FF2B5EF4-FFF2-40B4-BE49-F238E27FC236}">
                <a16:creationId xmlns:a16="http://schemas.microsoft.com/office/drawing/2014/main" id="{471CBBD2-9258-29A3-3925-4EAC5F6DDFED}"/>
              </a:ext>
            </a:extLst>
          </p:cNvPr>
          <p:cNvSpPr txBox="1">
            <a:spLocks/>
          </p:cNvSpPr>
          <p:nvPr/>
        </p:nvSpPr>
        <p:spPr>
          <a:xfrm>
            <a:off x="1248600" y="3228323"/>
            <a:ext cx="6646800" cy="1536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Kulim Park"/>
              <a:buNone/>
              <a:defRPr sz="5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9pPr>
          </a:lstStyle>
          <a:p>
            <a:pPr algn="just"/>
            <a:endParaRPr lang="en-US" sz="1800" b="1">
              <a:solidFill>
                <a:srgbClr val="000000"/>
              </a:solidFill>
              <a:latin typeface="Calibri"/>
            </a:endParaRPr>
          </a:p>
          <a:p>
            <a:pPr marL="285750" indent="-285750" algn="just">
              <a:buFont typeface="Arial"/>
              <a:buChar char="•"/>
            </a:pPr>
            <a:r>
              <a:rPr lang="en-US" sz="1800">
                <a:solidFill>
                  <a:srgbClr val="000000"/>
                </a:solidFill>
                <a:latin typeface="Calibri"/>
              </a:rPr>
              <a:t>AI used for:</a:t>
            </a:r>
            <a:endParaRPr lang="en-US" sz="1800">
              <a:latin typeface="Calibri"/>
            </a:endParaRPr>
          </a:p>
          <a:p>
            <a:pPr marL="285750" lvl="1" indent="-285750" algn="just">
              <a:buFont typeface="Arial"/>
              <a:buChar char="•"/>
            </a:pPr>
            <a:r>
              <a:rPr lang="en-US" sz="1800">
                <a:solidFill>
                  <a:srgbClr val="000000"/>
                </a:solidFill>
                <a:latin typeface="Calibri"/>
              </a:rPr>
              <a:t>Formatting &amp; editing text</a:t>
            </a:r>
            <a:endParaRPr lang="en-US" sz="1800">
              <a:solidFill>
                <a:srgbClr val="1E1E1E"/>
              </a:solidFill>
              <a:latin typeface="Calibri"/>
            </a:endParaRPr>
          </a:p>
          <a:p>
            <a:pPr marL="285750" lvl="1" indent="-285750" algn="just">
              <a:buFont typeface="Arial"/>
              <a:buChar char="•"/>
            </a:pPr>
            <a:r>
              <a:rPr lang="en-US" sz="1800">
                <a:solidFill>
                  <a:srgbClr val="000000"/>
                </a:solidFill>
                <a:latin typeface="Calibri"/>
              </a:rPr>
              <a:t>Code organization</a:t>
            </a:r>
            <a:endParaRPr lang="en-US" sz="1800">
              <a:latin typeface="Calibri"/>
            </a:endParaRPr>
          </a:p>
          <a:p>
            <a:pPr marL="285750" lvl="1" indent="-285750" algn="just">
              <a:buFont typeface="Arial"/>
              <a:buChar char="•"/>
            </a:pPr>
            <a:r>
              <a:rPr lang="en-US" sz="1800">
                <a:solidFill>
                  <a:srgbClr val="000000"/>
                </a:solidFill>
                <a:latin typeface="Calibri"/>
              </a:rPr>
              <a:t>Clarification</a:t>
            </a:r>
            <a:endParaRPr lang="en-US" sz="1800">
              <a:latin typeface="Calibri"/>
            </a:endParaRPr>
          </a:p>
          <a:p>
            <a:pPr marL="285750" indent="-285750" algn="just">
              <a:buFont typeface="Arial"/>
              <a:buChar char="•"/>
            </a:pPr>
            <a:r>
              <a:rPr lang="en-US" sz="1800" b="1">
                <a:solidFill>
                  <a:srgbClr val="000000"/>
                </a:solidFill>
                <a:latin typeface="Calibri"/>
              </a:rPr>
              <a:t>All statistical analysis performed by the team</a:t>
            </a:r>
            <a:endParaRPr lang="en-US" sz="1800">
              <a:latin typeface="Calibri"/>
            </a:endParaRPr>
          </a:p>
          <a:p>
            <a:pPr algn="just"/>
            <a:endParaRPr lang="en-US" sz="1800" b="1" i="0" u="none" strike="noStrike" cap="none">
              <a:solidFill>
                <a:srgbClr val="000000"/>
              </a:solidFill>
              <a:latin typeface="Calibri"/>
              <a:ea typeface="Kulim Park"/>
              <a:cs typeface="Kulim Park"/>
            </a:endParaRPr>
          </a:p>
        </p:txBody>
      </p:sp>
    </p:spTree>
    <p:extLst>
      <p:ext uri="{BB962C8B-B14F-4D97-AF65-F5344CB8AC3E}">
        <p14:creationId xmlns:p14="http://schemas.microsoft.com/office/powerpoint/2010/main" val="1786035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62">
          <a:extLst>
            <a:ext uri="{FF2B5EF4-FFF2-40B4-BE49-F238E27FC236}">
              <a16:creationId xmlns:a16="http://schemas.microsoft.com/office/drawing/2014/main" id="{71CB32C7-8A22-9059-B6F6-5491BA114680}"/>
            </a:ext>
          </a:extLst>
        </p:cNvPr>
        <p:cNvGrpSpPr/>
        <p:nvPr/>
      </p:nvGrpSpPr>
      <p:grpSpPr>
        <a:xfrm>
          <a:off x="0" y="0"/>
          <a:ext cx="0" cy="0"/>
          <a:chOff x="0" y="0"/>
          <a:chExt cx="0" cy="0"/>
        </a:xfrm>
      </p:grpSpPr>
      <p:sp>
        <p:nvSpPr>
          <p:cNvPr id="9" name="Google Shape;1561;p116">
            <a:extLst>
              <a:ext uri="{FF2B5EF4-FFF2-40B4-BE49-F238E27FC236}">
                <a16:creationId xmlns:a16="http://schemas.microsoft.com/office/drawing/2014/main" id="{C93AB6C3-7837-6F2E-F652-096ADA43DA07}"/>
              </a:ext>
            </a:extLst>
          </p:cNvPr>
          <p:cNvSpPr txBox="1">
            <a:spLocks/>
          </p:cNvSpPr>
          <p:nvPr/>
        </p:nvSpPr>
        <p:spPr>
          <a:xfrm>
            <a:off x="1248600" y="1528200"/>
            <a:ext cx="6646800" cy="15360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Kulim Park"/>
              <a:buNone/>
              <a:defRPr sz="5000" b="0" i="0" u="none" strike="noStrike" cap="none">
                <a:solidFill>
                  <a:schemeClr val="dk1"/>
                </a:solidFill>
                <a:latin typeface="Kulim Park"/>
                <a:ea typeface="Kulim Park"/>
                <a:cs typeface="Kulim Park"/>
                <a:sym typeface="Kulim Park"/>
              </a:defRPr>
            </a:lvl1pPr>
            <a:lvl2pPr marR="0" lvl="1"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2pPr>
            <a:lvl3pPr marR="0" lvl="2"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3pPr>
            <a:lvl4pPr marR="0" lvl="3"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4pPr>
            <a:lvl5pPr marR="0" lvl="4"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5pPr>
            <a:lvl6pPr marR="0" lvl="5"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6pPr>
            <a:lvl7pPr marR="0" lvl="6"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7pPr>
            <a:lvl8pPr marR="0" lvl="7"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8pPr>
            <a:lvl9pPr marR="0" lvl="8" algn="ctr" rtl="0">
              <a:lnSpc>
                <a:spcPct val="100000"/>
              </a:lnSpc>
              <a:spcBef>
                <a:spcPts val="0"/>
              </a:spcBef>
              <a:spcAft>
                <a:spcPts val="0"/>
              </a:spcAft>
              <a:buClr>
                <a:schemeClr val="dk1"/>
              </a:buClr>
              <a:buSzPts val="3600"/>
              <a:buFont typeface="Kulim Park"/>
              <a:buNone/>
              <a:defRPr sz="3600" b="0" i="0" u="none" strike="noStrike" cap="none">
                <a:solidFill>
                  <a:schemeClr val="dk1"/>
                </a:solidFill>
                <a:latin typeface="Kulim Park"/>
                <a:ea typeface="Kulim Park"/>
                <a:cs typeface="Kulim Park"/>
                <a:sym typeface="Kulim Park"/>
              </a:defRPr>
            </a:lvl9pPr>
          </a:lstStyle>
          <a:p>
            <a:pPr algn="ctr">
              <a:lnSpc>
                <a:spcPct val="90000"/>
              </a:lnSpc>
              <a:spcAft>
                <a:spcPts val="600"/>
              </a:spcAft>
              <a:buSzPts val="9600"/>
            </a:pPr>
            <a:r>
              <a:rPr lang="en-US" sz="8500" b="0" i="0" u="none" strike="noStrike" cap="none">
                <a:solidFill>
                  <a:schemeClr val="bg1"/>
                </a:solidFill>
                <a:latin typeface="Calibri"/>
                <a:ea typeface="Kulim Park"/>
                <a:cs typeface="Kulim Park"/>
                <a:sym typeface="Kulim Park"/>
              </a:rPr>
              <a:t>THANKS!</a:t>
            </a:r>
          </a:p>
        </p:txBody>
      </p:sp>
      <p:sp>
        <p:nvSpPr>
          <p:cNvPr id="2" name="TextBox 1">
            <a:extLst>
              <a:ext uri="{FF2B5EF4-FFF2-40B4-BE49-F238E27FC236}">
                <a16:creationId xmlns:a16="http://schemas.microsoft.com/office/drawing/2014/main" id="{1A94071F-0EFC-D145-6998-CDFB71E25442}"/>
              </a:ext>
            </a:extLst>
          </p:cNvPr>
          <p:cNvSpPr txBox="1"/>
          <p:nvPr/>
        </p:nvSpPr>
        <p:spPr>
          <a:xfrm>
            <a:off x="3670300" y="3168650"/>
            <a:ext cx="280670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000">
                <a:solidFill>
                  <a:srgbClr val="664A34"/>
                </a:solidFill>
                <a:latin typeface="Calibri"/>
              </a:rPr>
              <a:t>Q &amp; A</a:t>
            </a:r>
            <a:endParaRPr lang="en-US" sz="5000"/>
          </a:p>
          <a:p>
            <a:pPr algn="ctr"/>
            <a:endParaRPr lang="en-US"/>
          </a:p>
        </p:txBody>
      </p:sp>
    </p:spTree>
    <p:extLst>
      <p:ext uri="{BB962C8B-B14F-4D97-AF65-F5344CB8AC3E}">
        <p14:creationId xmlns:p14="http://schemas.microsoft.com/office/powerpoint/2010/main" val="2650057713"/>
      </p:ext>
    </p:extLst>
  </p:cSld>
  <p:clrMapOvr>
    <a:masterClrMapping/>
  </p:clrMapOvr>
</p:sld>
</file>

<file path=ppt/theme/theme1.xml><?xml version="1.0" encoding="utf-8"?>
<a:theme xmlns:a="http://schemas.openxmlformats.org/drawingml/2006/main" name="Minimalist Korean Aesthetic Pitch Deck XL Orange Variant  by Slidesgo">
  <a:themeElements>
    <a:clrScheme name="Simple Light">
      <a:dk1>
        <a:srgbClr val="1E1E1E"/>
      </a:dk1>
      <a:lt1>
        <a:srgbClr val="664A34"/>
      </a:lt1>
      <a:dk2>
        <a:srgbClr val="8B5A34"/>
      </a:dk2>
      <a:lt2>
        <a:srgbClr val="A5896A"/>
      </a:lt2>
      <a:accent1>
        <a:srgbClr val="ECDCC9"/>
      </a:accent1>
      <a:accent2>
        <a:srgbClr val="FFF1E6"/>
      </a:accent2>
      <a:accent3>
        <a:srgbClr val="E6B789"/>
      </a:accent3>
      <a:accent4>
        <a:srgbClr val="FFFFFF"/>
      </a:accent4>
      <a:accent5>
        <a:srgbClr val="FFFFFF"/>
      </a:accent5>
      <a:accent6>
        <a:srgbClr val="FFFFFF"/>
      </a:accent6>
      <a:hlink>
        <a:srgbClr val="1E1E1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723a5a87-f39a-4a22-9247-3fc240c01396}" enabled="0" method="" siteId="{723a5a87-f39a-4a22-9247-3fc240c01396}" removed="1"/>
</clbl:labelList>
</file>

<file path=docProps/app.xml><?xml version="1.0" encoding="utf-8"?>
<Properties xmlns="http://schemas.openxmlformats.org/officeDocument/2006/extended-properties" xmlns:vt="http://schemas.openxmlformats.org/officeDocument/2006/docPropsVTypes">
  <TotalTime>0</TotalTime>
  <Words>1466</Words>
  <Application>Microsoft Office PowerPoint</Application>
  <PresentationFormat>全屏显示(16:9)</PresentationFormat>
  <Paragraphs>120</Paragraphs>
  <Slides>11</Slides>
  <Notes>11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11</vt:i4>
      </vt:variant>
    </vt:vector>
  </HeadingPairs>
  <TitlesOfParts>
    <vt:vector size="21" baseType="lpstr">
      <vt:lpstr>Kulim Park SemiBold</vt:lpstr>
      <vt:lpstr>Times New Roman</vt:lpstr>
      <vt:lpstr>Nunito Light</vt:lpstr>
      <vt:lpstr>Calibri</vt:lpstr>
      <vt:lpstr>Wingdings</vt:lpstr>
      <vt:lpstr>Arial</vt:lpstr>
      <vt:lpstr>Manrope</vt:lpstr>
      <vt:lpstr>Kulim Park</vt:lpstr>
      <vt:lpstr>PT Sans</vt:lpstr>
      <vt:lpstr>Minimalist Korean Aesthetic Pitch Deck XL Orange Variant  by Slidesgo</vt:lpstr>
      <vt:lpstr>MSE 609 Final Project  "Knowledge Is Not All You Need For Comfort in Use of AI in Healthcare"</vt:lpstr>
      <vt:lpstr>Project Overview &amp; Why It Matters </vt:lpstr>
      <vt:lpstr>Data &amp; Variables</vt:lpstr>
      <vt:lpstr>Data Cleaning Pipeline</vt:lpstr>
      <vt:lpstr>PowerPoint 演示文稿</vt:lpstr>
      <vt:lpstr>Replication of Regression Models (Appendix A1)</vt:lpstr>
      <vt:lpstr>Replication of Figures 1–4</vt:lpstr>
      <vt:lpstr>Extension: New Datasets (2023 &amp; 2024)</vt:lpstr>
      <vt:lpstr>Reflection: What We Learned</vt:lpstr>
      <vt:lpstr>Teamwork Summary</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Wentao Zang</dc:creator>
  <cp:lastModifiedBy>Gary Zang</cp:lastModifiedBy>
  <cp:revision>1</cp:revision>
  <dcterms:modified xsi:type="dcterms:W3CDTF">2025-11-26T18:25:49Z</dcterms:modified>
</cp:coreProperties>
</file>